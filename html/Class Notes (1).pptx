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14" r:id="rId26"/>
    <p:sldId id="280" r:id="rId27"/>
    <p:sldId id="281" r:id="rId28"/>
    <p:sldId id="282" r:id="rId29"/>
    <p:sldId id="283" r:id="rId30"/>
    <p:sldId id="284" r:id="rId31"/>
    <p:sldId id="285" r:id="rId32"/>
    <p:sldId id="310" r:id="rId33"/>
    <p:sldId id="311" r:id="rId34"/>
    <p:sldId id="286" r:id="rId35"/>
    <p:sldId id="287" r:id="rId36"/>
    <p:sldId id="288" r:id="rId37"/>
    <p:sldId id="289" r:id="rId38"/>
    <p:sldId id="290" r:id="rId39"/>
    <p:sldId id="307" r:id="rId40"/>
    <p:sldId id="309" r:id="rId41"/>
    <p:sldId id="312" r:id="rId42"/>
    <p:sldId id="313" r:id="rId43"/>
    <p:sldId id="291" r:id="rId44"/>
    <p:sldId id="292" r:id="rId45"/>
    <p:sldId id="308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</p:sldIdLst>
  <p:sldSz cx="18288000" cy="10287000"/>
  <p:notesSz cx="18288000" cy="10287000"/>
  <p:embeddedFontLs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Consolas" panose="020B0609020204030204" pitchFamily="49" charset="0"/>
      <p:regular r:id="rId66"/>
      <p:bold r:id="rId67"/>
      <p:italic r:id="rId68"/>
      <p:boldItalic r:id="rId69"/>
    </p:embeddedFont>
    <p:embeddedFont>
      <p:font typeface="Tahoma" panose="020B0604030504040204" pitchFamily="34" charset="0"/>
      <p:regular r:id="rId70"/>
      <p:bold r:id="rId71"/>
    </p:embeddedFont>
    <p:embeddedFont>
      <p:font typeface="Verdana" panose="020B060403050404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hVYdgwh8GHTmRc1EZuFhbOnIKL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DB3726-1990-421C-A917-F04E4BAC5A26}">
  <a:tblStyle styleId="{B1DB3726-1990-421C-A917-F04E4BAC5A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74B7D7-1F7A-452B-A2CB-66F41F02065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74" Type="http://schemas.openxmlformats.org/officeDocument/2006/relationships/font" Target="fonts/font13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0358438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6513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5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9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1:notes"/>
          <p:cNvSpPr txBox="1">
            <a:spLocks noGrp="1"/>
          </p:cNvSpPr>
          <p:nvPr>
            <p:ph type="body" idx="1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3"/>
          <p:cNvSpPr txBox="1">
            <a:spLocks noGrp="1"/>
          </p:cNvSpPr>
          <p:nvPr>
            <p:ph type="ctrTitle"/>
          </p:nvPr>
        </p:nvSpPr>
        <p:spPr>
          <a:xfrm>
            <a:off x="4314780" y="2075751"/>
            <a:ext cx="9658439" cy="198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3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3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3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54"/>
          <p:cNvSpPr/>
          <p:nvPr/>
        </p:nvSpPr>
        <p:spPr>
          <a:xfrm>
            <a:off x="1028909" y="2895718"/>
            <a:ext cx="4867275" cy="1019175"/>
          </a:xfrm>
          <a:custGeom>
            <a:avLst/>
            <a:gdLst/>
            <a:ahLst/>
            <a:cxnLst/>
            <a:rect l="l" t="t" r="r" b="b"/>
            <a:pathLst>
              <a:path w="4867275" h="1019175" extrusionOk="0">
                <a:moveTo>
                  <a:pt x="4675419" y="1019174"/>
                </a:moveTo>
                <a:lnTo>
                  <a:pt x="191437" y="1019174"/>
                </a:lnTo>
                <a:lnTo>
                  <a:pt x="147618" y="1014089"/>
                </a:lnTo>
                <a:lnTo>
                  <a:pt x="107353" y="999609"/>
                </a:lnTo>
                <a:lnTo>
                  <a:pt x="71804" y="976901"/>
                </a:lnTo>
                <a:lnTo>
                  <a:pt x="42132" y="947130"/>
                </a:lnTo>
                <a:lnTo>
                  <a:pt x="19500" y="911463"/>
                </a:lnTo>
                <a:lnTo>
                  <a:pt x="506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68" y="148110"/>
                </a:lnTo>
                <a:lnTo>
                  <a:pt x="19500" y="107711"/>
                </a:lnTo>
                <a:lnTo>
                  <a:pt x="42132" y="72043"/>
                </a:lnTo>
                <a:lnTo>
                  <a:pt x="71804" y="42273"/>
                </a:lnTo>
                <a:lnTo>
                  <a:pt x="107353" y="19565"/>
                </a:lnTo>
                <a:lnTo>
                  <a:pt x="147618" y="5085"/>
                </a:lnTo>
                <a:lnTo>
                  <a:pt x="191437" y="0"/>
                </a:lnTo>
                <a:lnTo>
                  <a:pt x="4675419" y="0"/>
                </a:lnTo>
                <a:lnTo>
                  <a:pt x="4719237" y="5085"/>
                </a:lnTo>
                <a:lnTo>
                  <a:pt x="4759502" y="19565"/>
                </a:lnTo>
                <a:lnTo>
                  <a:pt x="4795051" y="42273"/>
                </a:lnTo>
                <a:lnTo>
                  <a:pt x="4824723" y="72043"/>
                </a:lnTo>
                <a:lnTo>
                  <a:pt x="4847356" y="107711"/>
                </a:lnTo>
                <a:lnTo>
                  <a:pt x="4861788" y="148110"/>
                </a:lnTo>
                <a:lnTo>
                  <a:pt x="4866856" y="192075"/>
                </a:lnTo>
                <a:lnTo>
                  <a:pt x="4866856" y="827099"/>
                </a:lnTo>
                <a:lnTo>
                  <a:pt x="4861788" y="871064"/>
                </a:lnTo>
                <a:lnTo>
                  <a:pt x="4847356" y="911463"/>
                </a:lnTo>
                <a:lnTo>
                  <a:pt x="4824723" y="947130"/>
                </a:lnTo>
                <a:lnTo>
                  <a:pt x="4795051" y="976901"/>
                </a:lnTo>
                <a:lnTo>
                  <a:pt x="4759502" y="999609"/>
                </a:lnTo>
                <a:lnTo>
                  <a:pt x="4719237" y="1014089"/>
                </a:lnTo>
                <a:lnTo>
                  <a:pt x="4675419" y="10191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54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5"/>
          <p:cNvSpPr txBox="1">
            <a:spLocks noGrp="1"/>
          </p:cNvSpPr>
          <p:nvPr>
            <p:ph type="body" idx="1"/>
          </p:nvPr>
        </p:nvSpPr>
        <p:spPr>
          <a:xfrm>
            <a:off x="1016000" y="2478206"/>
            <a:ext cx="11146155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5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5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7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7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52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52"/>
          <p:cNvSpPr txBox="1">
            <a:spLocks noGrp="1"/>
          </p:cNvSpPr>
          <p:nvPr>
            <p:ph type="body" idx="1"/>
          </p:nvPr>
        </p:nvSpPr>
        <p:spPr>
          <a:xfrm>
            <a:off x="1016000" y="2478206"/>
            <a:ext cx="11146155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2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2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52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>
            <a:spLocks noGrp="1"/>
          </p:cNvSpPr>
          <p:nvPr>
            <p:ph type="ctrTitle"/>
          </p:nvPr>
        </p:nvSpPr>
        <p:spPr>
          <a:xfrm>
            <a:off x="2438400" y="3009900"/>
            <a:ext cx="9658439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0"/>
              <a:t>HTML5</a:t>
            </a:r>
            <a:endParaRPr/>
          </a:p>
        </p:txBody>
      </p:sp>
      <p:sp>
        <p:nvSpPr>
          <p:cNvPr id="51" name="Google Shape;51;p1"/>
          <p:cNvSpPr txBox="1">
            <a:spLocks noGrp="1"/>
          </p:cNvSpPr>
          <p:nvPr>
            <p:ph type="subTitle" idx="1"/>
          </p:nvPr>
        </p:nvSpPr>
        <p:spPr>
          <a:xfrm>
            <a:off x="2438400" y="5679594"/>
            <a:ext cx="128016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</a:rPr>
              <a:t>Hyper Text </a:t>
            </a:r>
            <a:r>
              <a:rPr lang="en-US" sz="4400">
                <a:solidFill>
                  <a:srgbClr val="FFFFFF"/>
                </a:solidFill>
              </a:rPr>
              <a:t>Markup</a:t>
            </a:r>
            <a:r>
              <a:rPr lang="en-US" sz="4800">
                <a:solidFill>
                  <a:srgbClr val="FFFFFF"/>
                </a:solidFill>
              </a:rPr>
              <a:t> Language</a:t>
            </a:r>
            <a:endParaRPr sz="4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58600" y="2863603"/>
            <a:ext cx="4876800" cy="41334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Why we use it?</a:t>
            </a:r>
            <a:endParaRPr sz="5400"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1016000" y="2478206"/>
            <a:ext cx="16219983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Char char="•"/>
            </a:pPr>
            <a:r>
              <a:rPr lang="en-US" dirty="0"/>
              <a:t>Websites/</a:t>
            </a:r>
            <a:r>
              <a:rPr lang="en-US" dirty="0" err="1"/>
              <a:t>WebPages</a:t>
            </a:r>
            <a:endParaRPr dirty="0"/>
          </a:p>
          <a:p>
            <a:pPr marL="571500" lvl="0" indent="-571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Char char="•"/>
            </a:pPr>
            <a:r>
              <a:rPr lang="en-US" dirty="0"/>
              <a:t>Career as a </a:t>
            </a:r>
            <a:r>
              <a:rPr lang="en-US" dirty="0" err="1"/>
              <a:t>WebDesigner</a:t>
            </a:r>
            <a:endParaRPr dirty="0"/>
          </a:p>
          <a:p>
            <a:pPr marL="571500" lvl="0" indent="-571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Char char="•"/>
            </a:pPr>
            <a:r>
              <a:rPr lang="en-US" dirty="0"/>
              <a:t>Mobile Application Development(</a:t>
            </a:r>
            <a:r>
              <a:rPr lang="en-US" dirty="0" err="1"/>
              <a:t>Phonegap</a:t>
            </a:r>
            <a:r>
              <a:rPr lang="en-US" dirty="0"/>
              <a:t>/ionic)</a:t>
            </a:r>
            <a:endParaRPr dirty="0"/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1448007" y="972052"/>
            <a:ext cx="4024629" cy="14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0">
                <a:solidFill>
                  <a:srgbClr val="FFFFFF"/>
                </a:solidFill>
              </a:rPr>
              <a:t>Le</a:t>
            </a:r>
            <a:r>
              <a:rPr lang="en-US" sz="9100">
                <a:solidFill>
                  <a:srgbClr val="FFFFFF"/>
                </a:solidFill>
              </a:rPr>
              <a:t>v</a:t>
            </a:r>
            <a:r>
              <a:rPr lang="en-US" sz="9300">
                <a:solidFill>
                  <a:srgbClr val="FFFFFF"/>
                </a:solidFill>
              </a:rPr>
              <a:t>el </a:t>
            </a:r>
            <a:r>
              <a:rPr lang="en-US" sz="9100"/>
              <a:t>1</a:t>
            </a:r>
            <a:endParaRPr sz="9100"/>
          </a:p>
        </p:txBody>
      </p:sp>
      <p:sp>
        <p:nvSpPr>
          <p:cNvPr id="65" name="Google Shape;65;p2"/>
          <p:cNvSpPr/>
          <p:nvPr/>
        </p:nvSpPr>
        <p:spPr>
          <a:xfrm>
            <a:off x="1028715" y="2895719"/>
            <a:ext cx="1219200" cy="1019175"/>
          </a:xfrm>
          <a:custGeom>
            <a:avLst/>
            <a:gdLst/>
            <a:ahLst/>
            <a:cxnLst/>
            <a:rect l="l" t="t" r="r" b="b"/>
            <a:pathLst>
              <a:path w="1219200" h="1019175" extrusionOk="0">
                <a:moveTo>
                  <a:pt x="1027346" y="1019174"/>
                </a:moveTo>
                <a:lnTo>
                  <a:pt x="191823" y="1019174"/>
                </a:lnTo>
                <a:lnTo>
                  <a:pt x="147916" y="1014089"/>
                </a:lnTo>
                <a:lnTo>
                  <a:pt x="107570" y="999609"/>
                </a:lnTo>
                <a:lnTo>
                  <a:pt x="71949" y="976901"/>
                </a:lnTo>
                <a:lnTo>
                  <a:pt x="42217" y="947130"/>
                </a:lnTo>
                <a:lnTo>
                  <a:pt x="19539" y="911463"/>
                </a:lnTo>
                <a:lnTo>
                  <a:pt x="507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78" y="148110"/>
                </a:lnTo>
                <a:lnTo>
                  <a:pt x="19539" y="107711"/>
                </a:lnTo>
                <a:lnTo>
                  <a:pt x="42217" y="72043"/>
                </a:lnTo>
                <a:lnTo>
                  <a:pt x="71949" y="42273"/>
                </a:lnTo>
                <a:lnTo>
                  <a:pt x="107570" y="19565"/>
                </a:lnTo>
                <a:lnTo>
                  <a:pt x="147916" y="5085"/>
                </a:lnTo>
                <a:lnTo>
                  <a:pt x="191823" y="0"/>
                </a:lnTo>
                <a:lnTo>
                  <a:pt x="1027346" y="0"/>
                </a:lnTo>
                <a:lnTo>
                  <a:pt x="1071253" y="5085"/>
                </a:lnTo>
                <a:lnTo>
                  <a:pt x="1111599" y="19565"/>
                </a:lnTo>
                <a:lnTo>
                  <a:pt x="1147220" y="42273"/>
                </a:lnTo>
                <a:lnTo>
                  <a:pt x="1176951" y="72043"/>
                </a:lnTo>
                <a:lnTo>
                  <a:pt x="1199630" y="107711"/>
                </a:lnTo>
                <a:lnTo>
                  <a:pt x="1214090" y="148110"/>
                </a:lnTo>
                <a:lnTo>
                  <a:pt x="1219169" y="192075"/>
                </a:lnTo>
                <a:lnTo>
                  <a:pt x="1219169" y="827099"/>
                </a:lnTo>
                <a:lnTo>
                  <a:pt x="1214090" y="871064"/>
                </a:lnTo>
                <a:lnTo>
                  <a:pt x="1199630" y="911463"/>
                </a:lnTo>
                <a:lnTo>
                  <a:pt x="1176951" y="947130"/>
                </a:lnTo>
                <a:lnTo>
                  <a:pt x="1147220" y="976901"/>
                </a:lnTo>
                <a:lnTo>
                  <a:pt x="1111599" y="999609"/>
                </a:lnTo>
                <a:lnTo>
                  <a:pt x="1071253" y="1014089"/>
                </a:lnTo>
                <a:lnTo>
                  <a:pt x="1027346" y="1019174"/>
                </a:lnTo>
                <a:close/>
              </a:path>
            </a:pathLst>
          </a:custGeom>
          <a:solidFill>
            <a:srgbClr val="32BD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" name="Google Shape;66;p2"/>
          <p:cNvSpPr txBox="1"/>
          <p:nvPr/>
        </p:nvSpPr>
        <p:spPr>
          <a:xfrm>
            <a:off x="8534400" y="1095152"/>
            <a:ext cx="787908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accent6"/>
                </a:solidFill>
              </a:rPr>
              <a:t>BASICS OF HTML</a:t>
            </a:r>
            <a:endParaRPr sz="7200">
              <a:solidFill>
                <a:schemeClr val="accent6"/>
              </a:solidFill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534400" y="2811741"/>
            <a:ext cx="6455613" cy="7571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What is HTML?</a:t>
            </a:r>
            <a:endParaRPr/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First HTML File</a:t>
            </a:r>
            <a:endParaRPr/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HTML Tags</a:t>
            </a:r>
            <a:endParaRPr/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Basic HTML Tags</a:t>
            </a:r>
            <a:endParaRPr/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Quick Points</a:t>
            </a:r>
            <a:endParaRPr/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Comments In HTML</a:t>
            </a:r>
            <a:endParaRPr/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accent6"/>
                </a:solidFill>
              </a:rPr>
              <a:t>HTML is not Case Sensitive</a:t>
            </a:r>
            <a:endParaRPr/>
          </a:p>
          <a:p>
            <a:pPr marL="5715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endParaRPr sz="3600">
              <a:solidFill>
                <a:schemeClr val="accent6"/>
              </a:solidFill>
            </a:endParaRP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</a:pPr>
            <a:endParaRPr sz="3600">
              <a:solidFill>
                <a:schemeClr val="accent6"/>
              </a:solidFill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4686300"/>
            <a:ext cx="2895600" cy="245426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Software Requirements :</a:t>
            </a:r>
            <a:endParaRPr sz="6000"/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1016000" y="2478206"/>
            <a:ext cx="11146155" cy="63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Char char="•"/>
            </a:pPr>
            <a:r>
              <a:rPr lang="en-US"/>
              <a:t>HTML Editor</a:t>
            </a:r>
            <a:endParaRPr/>
          </a:p>
          <a:p>
            <a:pPr marL="5715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None/>
            </a:pPr>
            <a:endParaRPr/>
          </a:p>
          <a:p>
            <a:pPr marL="5715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None/>
            </a:pPr>
            <a:endParaRPr/>
          </a:p>
          <a:p>
            <a:pPr marL="571500" lvl="0" indent="-57150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Char char="•"/>
            </a:pPr>
            <a:r>
              <a:rPr lang="en-US"/>
              <a:t>Browser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5" name="Google Shape;75;p4"/>
          <p:cNvGraphicFramePr/>
          <p:nvPr/>
        </p:nvGraphicFramePr>
        <p:xfrm>
          <a:off x="1676400" y="3637137"/>
          <a:ext cx="12192000" cy="2428250"/>
        </p:xfrm>
        <a:graphic>
          <a:graphicData uri="http://schemas.openxmlformats.org/drawingml/2006/table">
            <a:tbl>
              <a:tblPr firstRow="1" bandRow="1">
                <a:noFill/>
                <a:tableStyleId>{B1DB3726-1990-421C-A917-F04E4BAC5A26}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8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8999" y="2736088"/>
            <a:ext cx="7020306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 descr="https://code.visualstudio.com/assets/images/code-stabl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2317" y="3860656"/>
            <a:ext cx="1981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 descr="https://cdn.imgbin.com/11/18/19/imgbin-sublime-text-text-editor-macos-source-code-editor-others-TvzZs4XbaSN14Qy5EBPY6JbMw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03693" y="3765096"/>
            <a:ext cx="3316923" cy="21723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4"/>
          <p:cNvGraphicFramePr/>
          <p:nvPr/>
        </p:nvGraphicFramePr>
        <p:xfrm>
          <a:off x="1676400" y="7412669"/>
          <a:ext cx="12192000" cy="2428250"/>
        </p:xfrm>
        <a:graphic>
          <a:graphicData uri="http://schemas.openxmlformats.org/drawingml/2006/table">
            <a:tbl>
              <a:tblPr firstRow="1" bandRow="1">
                <a:noFill/>
                <a:tableStyleId>{B1DB3726-1990-421C-A917-F04E4BAC5A26}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8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0" name="Google Shape;80;p4" descr="http://3.bp.blogspot.com/-JU1lLoukp3E/U5irLc3jwcI/AAAAAAAABSA/wFjLy9TB2-o/s1600/chrome-logo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8820" y="7749941"/>
            <a:ext cx="1752600" cy="1753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 descr="http://pngimg.com/uploads/firefox/firefox_PNG16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3840" y="7626727"/>
            <a:ext cx="1965913" cy="196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 descr="https://3.bp.blogspot.com/-A19Hc4eaR6Y/VLom0BVztQI/AAAAAAAABoc/lgTWuJZuNy8/s1600/Internet-Explorer-logo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81801" y="7671210"/>
            <a:ext cx="1981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 descr="http://media.idownloadblog.com/wp-content/uploads/2016/01/safari-icon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14905" y="7625472"/>
            <a:ext cx="2086496" cy="208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" descr="http://pluspng.com/img-png/logo-opera-png-opera-logo-png-1471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721090" y="7671210"/>
            <a:ext cx="1746969" cy="1900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 descr="https://www.freeiconspng.com/uploads/notepad--icon-12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32576" y="3786043"/>
            <a:ext cx="2130425" cy="213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5"/>
          <p:cNvGrpSpPr/>
          <p:nvPr/>
        </p:nvGrpSpPr>
        <p:grpSpPr>
          <a:xfrm>
            <a:off x="1254867" y="6080551"/>
            <a:ext cx="3638259" cy="2047087"/>
            <a:chOff x="1254867" y="6080551"/>
            <a:chExt cx="3638259" cy="2047087"/>
          </a:xfrm>
        </p:grpSpPr>
        <p:sp>
          <p:nvSpPr>
            <p:cNvPr id="92" name="Google Shape;92;p5"/>
            <p:cNvSpPr/>
            <p:nvPr/>
          </p:nvSpPr>
          <p:spPr>
            <a:xfrm>
              <a:off x="1255882" y="6081668"/>
              <a:ext cx="3636645" cy="2045970"/>
            </a:xfrm>
            <a:custGeom>
              <a:avLst/>
              <a:gdLst/>
              <a:ahLst/>
              <a:cxnLst/>
              <a:rect l="l" t="t" r="r" b="b"/>
              <a:pathLst>
                <a:path w="3636645" h="2045970" extrusionOk="0">
                  <a:moveTo>
                    <a:pt x="3636276" y="2045741"/>
                  </a:moveTo>
                  <a:lnTo>
                    <a:pt x="0" y="2045741"/>
                  </a:lnTo>
                  <a:lnTo>
                    <a:pt x="0" y="0"/>
                  </a:lnTo>
                  <a:lnTo>
                    <a:pt x="3636276" y="0"/>
                  </a:lnTo>
                  <a:lnTo>
                    <a:pt x="3636276" y="2045741"/>
                  </a:lnTo>
                  <a:close/>
                </a:path>
              </a:pathLst>
            </a:custGeom>
            <a:solidFill>
              <a:srgbClr val="ECE7D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93" name="Google Shape;93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04764" y="6498677"/>
              <a:ext cx="475405" cy="863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5"/>
            <p:cNvSpPr/>
            <p:nvPr/>
          </p:nvSpPr>
          <p:spPr>
            <a:xfrm>
              <a:off x="1255882" y="7682280"/>
              <a:ext cx="3636645" cy="444500"/>
            </a:xfrm>
            <a:custGeom>
              <a:avLst/>
              <a:gdLst/>
              <a:ahLst/>
              <a:cxnLst/>
              <a:rect l="l" t="t" r="r" b="b"/>
              <a:pathLst>
                <a:path w="3636645" h="444500" extrusionOk="0">
                  <a:moveTo>
                    <a:pt x="3636276" y="444456"/>
                  </a:moveTo>
                  <a:lnTo>
                    <a:pt x="0" y="444456"/>
                  </a:lnTo>
                  <a:lnTo>
                    <a:pt x="548971" y="0"/>
                  </a:lnTo>
                  <a:lnTo>
                    <a:pt x="3087305" y="1894"/>
                  </a:lnTo>
                  <a:lnTo>
                    <a:pt x="3636276" y="444456"/>
                  </a:lnTo>
                  <a:close/>
                </a:path>
              </a:pathLst>
            </a:custGeom>
            <a:solidFill>
              <a:srgbClr val="CABAA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032648" y="7754944"/>
              <a:ext cx="2032635" cy="269240"/>
            </a:xfrm>
            <a:custGeom>
              <a:avLst/>
              <a:gdLst/>
              <a:ahLst/>
              <a:cxnLst/>
              <a:rect l="l" t="t" r="r" b="b"/>
              <a:pathLst>
                <a:path w="2032635" h="269240" extrusionOk="0">
                  <a:moveTo>
                    <a:pt x="2032243" y="269011"/>
                  </a:moveTo>
                  <a:lnTo>
                    <a:pt x="0" y="269011"/>
                  </a:lnTo>
                  <a:lnTo>
                    <a:pt x="210321" y="0"/>
                  </a:lnTo>
                  <a:lnTo>
                    <a:pt x="1821921" y="0"/>
                  </a:lnTo>
                  <a:lnTo>
                    <a:pt x="2032243" y="269011"/>
                  </a:lnTo>
                  <a:close/>
                </a:path>
              </a:pathLst>
            </a:custGeom>
            <a:solidFill>
              <a:srgbClr val="ECE7D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213749" y="7754784"/>
              <a:ext cx="1664335" cy="269240"/>
            </a:xfrm>
            <a:custGeom>
              <a:avLst/>
              <a:gdLst/>
              <a:ahLst/>
              <a:cxnLst/>
              <a:rect l="l" t="t" r="r" b="b"/>
              <a:pathLst>
                <a:path w="1664335" h="269240" extrusionOk="0">
                  <a:moveTo>
                    <a:pt x="323964" y="0"/>
                  </a:moveTo>
                  <a:lnTo>
                    <a:pt x="175336" y="0"/>
                  </a:lnTo>
                  <a:lnTo>
                    <a:pt x="0" y="269176"/>
                  </a:lnTo>
                  <a:lnTo>
                    <a:pt x="164439" y="269176"/>
                  </a:lnTo>
                  <a:lnTo>
                    <a:pt x="323964" y="0"/>
                  </a:lnTo>
                  <a:close/>
                </a:path>
                <a:path w="1664335" h="269240" extrusionOk="0">
                  <a:moveTo>
                    <a:pt x="1663966" y="269176"/>
                  </a:moveTo>
                  <a:lnTo>
                    <a:pt x="1488630" y="0"/>
                  </a:lnTo>
                  <a:lnTo>
                    <a:pt x="1340002" y="0"/>
                  </a:lnTo>
                  <a:lnTo>
                    <a:pt x="1499527" y="269176"/>
                  </a:lnTo>
                  <a:lnTo>
                    <a:pt x="1663966" y="269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97" name="Google Shape;97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54867" y="6080551"/>
              <a:ext cx="3638259" cy="2044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571" y="5914825"/>
            <a:ext cx="3571874" cy="238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68957" y="5970183"/>
            <a:ext cx="1508669" cy="15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124591" y="6589169"/>
            <a:ext cx="1476374" cy="2143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2102470" y="1513782"/>
            <a:ext cx="1946275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1066601" y="4354133"/>
            <a:ext cx="4018279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endParaRPr sz="3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8481252" y="1513782"/>
            <a:ext cx="1312545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4716825" y="1513782"/>
            <a:ext cx="815975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JS</a:t>
            </a: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8530429" y="4368458"/>
            <a:ext cx="121412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14489890" y="4368458"/>
            <a:ext cx="1269365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15928" y="495300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1000755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HTML5?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1052016" y="1181100"/>
            <a:ext cx="12054384" cy="2517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 code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us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a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eb page and 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010453" y="3698649"/>
            <a:ext cx="11781449" cy="128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marR="5080" lvl="0" indent="0" algn="l" rtl="0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componen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us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ign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of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eb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called 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HTML 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</a:t>
            </a:r>
            <a:r>
              <a:rPr lang="en-US" sz="5100"/>
              <a:t>rst </a:t>
            </a:r>
            <a:r>
              <a:rPr lang="en-US"/>
              <a:t>HTML File</a:t>
            </a:r>
            <a:endParaRPr sz="5100"/>
          </a:p>
        </p:txBody>
      </p:sp>
      <p:sp>
        <p:nvSpPr>
          <p:cNvPr id="121" name="Google Shape;121;p7"/>
          <p:cNvSpPr txBox="1"/>
          <p:nvPr/>
        </p:nvSpPr>
        <p:spPr>
          <a:xfrm>
            <a:off x="1032420" y="2051477"/>
            <a:ext cx="9620250" cy="210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32384" lvl="0" indent="0" algn="l" rtl="0">
              <a:lnSpc>
                <a:spcPct val="100000"/>
              </a:lnSpc>
              <a:spcBef>
                <a:spcPts val="271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 defa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 fo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eb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homepage</a:t>
            </a:r>
            <a:endParaRPr sz="33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3754990" y="4977146"/>
            <a:ext cx="4113529" cy="905510"/>
          </a:xfrm>
          <a:custGeom>
            <a:avLst/>
            <a:gdLst/>
            <a:ahLst/>
            <a:cxnLst/>
            <a:rect l="l" t="t" r="r" b="b"/>
            <a:pathLst>
              <a:path w="4113529" h="905510" extrusionOk="0">
                <a:moveTo>
                  <a:pt x="4113150" y="107395"/>
                </a:moveTo>
                <a:lnTo>
                  <a:pt x="4113150" y="145740"/>
                </a:lnTo>
                <a:lnTo>
                  <a:pt x="4110937" y="192285"/>
                </a:lnTo>
                <a:lnTo>
                  <a:pt x="4104433" y="237578"/>
                </a:lnTo>
                <a:lnTo>
                  <a:pt x="4093840" y="281416"/>
                </a:lnTo>
                <a:lnTo>
                  <a:pt x="4079362" y="323598"/>
                </a:lnTo>
                <a:lnTo>
                  <a:pt x="4061200" y="363920"/>
                </a:lnTo>
                <a:lnTo>
                  <a:pt x="4039558" y="402180"/>
                </a:lnTo>
                <a:lnTo>
                  <a:pt x="4014637" y="438175"/>
                </a:lnTo>
                <a:lnTo>
                  <a:pt x="3986641" y="471704"/>
                </a:lnTo>
                <a:lnTo>
                  <a:pt x="3955772" y="502563"/>
                </a:lnTo>
                <a:lnTo>
                  <a:pt x="3922232" y="530550"/>
                </a:lnTo>
                <a:lnTo>
                  <a:pt x="3886225" y="555462"/>
                </a:lnTo>
                <a:lnTo>
                  <a:pt x="3847952" y="577098"/>
                </a:lnTo>
                <a:lnTo>
                  <a:pt x="3807617" y="595254"/>
                </a:lnTo>
                <a:lnTo>
                  <a:pt x="3765421" y="609727"/>
                </a:lnTo>
                <a:lnTo>
                  <a:pt x="3721569" y="620316"/>
                </a:lnTo>
                <a:lnTo>
                  <a:pt x="3676261" y="626818"/>
                </a:lnTo>
                <a:lnTo>
                  <a:pt x="3629701" y="629031"/>
                </a:lnTo>
                <a:lnTo>
                  <a:pt x="2652509" y="629031"/>
                </a:lnTo>
                <a:lnTo>
                  <a:pt x="2603946" y="630332"/>
                </a:lnTo>
                <a:lnTo>
                  <a:pt x="2555858" y="634268"/>
                </a:lnTo>
                <a:lnTo>
                  <a:pt x="2508389" y="640886"/>
                </a:lnTo>
                <a:lnTo>
                  <a:pt x="2461681" y="650233"/>
                </a:lnTo>
                <a:lnTo>
                  <a:pt x="2415878" y="662358"/>
                </a:lnTo>
                <a:lnTo>
                  <a:pt x="2371122" y="677306"/>
                </a:lnTo>
                <a:lnTo>
                  <a:pt x="2327556" y="695127"/>
                </a:lnTo>
                <a:lnTo>
                  <a:pt x="2285322" y="715867"/>
                </a:lnTo>
                <a:lnTo>
                  <a:pt x="2244564" y="739574"/>
                </a:lnTo>
                <a:lnTo>
                  <a:pt x="2205424" y="766296"/>
                </a:lnTo>
                <a:lnTo>
                  <a:pt x="2168046" y="796080"/>
                </a:lnTo>
                <a:lnTo>
                  <a:pt x="2132572" y="828973"/>
                </a:lnTo>
                <a:lnTo>
                  <a:pt x="2056575" y="904924"/>
                </a:lnTo>
                <a:lnTo>
                  <a:pt x="1980578" y="828973"/>
                </a:lnTo>
                <a:lnTo>
                  <a:pt x="1945108" y="796080"/>
                </a:lnTo>
                <a:lnTo>
                  <a:pt x="1907734" y="766296"/>
                </a:lnTo>
                <a:lnTo>
                  <a:pt x="1868597" y="739574"/>
                </a:lnTo>
                <a:lnTo>
                  <a:pt x="1827842" y="715867"/>
                </a:lnTo>
                <a:lnTo>
                  <a:pt x="1785610" y="695127"/>
                </a:lnTo>
                <a:lnTo>
                  <a:pt x="1742046" y="677306"/>
                </a:lnTo>
                <a:lnTo>
                  <a:pt x="1697291" y="662358"/>
                </a:lnTo>
                <a:lnTo>
                  <a:pt x="1651488" y="650233"/>
                </a:lnTo>
                <a:lnTo>
                  <a:pt x="1604781" y="640886"/>
                </a:lnTo>
                <a:lnTo>
                  <a:pt x="1557312" y="634268"/>
                </a:lnTo>
                <a:lnTo>
                  <a:pt x="1509225" y="630332"/>
                </a:lnTo>
                <a:lnTo>
                  <a:pt x="1460661" y="629031"/>
                </a:lnTo>
                <a:lnTo>
                  <a:pt x="483449" y="629031"/>
                </a:lnTo>
                <a:lnTo>
                  <a:pt x="436892" y="626818"/>
                </a:lnTo>
                <a:lnTo>
                  <a:pt x="391587" y="620316"/>
                </a:lnTo>
                <a:lnTo>
                  <a:pt x="347736" y="609727"/>
                </a:lnTo>
                <a:lnTo>
                  <a:pt x="305541" y="595254"/>
                </a:lnTo>
                <a:lnTo>
                  <a:pt x="265207" y="577098"/>
                </a:lnTo>
                <a:lnTo>
                  <a:pt x="226934" y="555462"/>
                </a:lnTo>
                <a:lnTo>
                  <a:pt x="190927" y="530550"/>
                </a:lnTo>
                <a:lnTo>
                  <a:pt x="157386" y="502563"/>
                </a:lnTo>
                <a:lnTo>
                  <a:pt x="126516" y="471704"/>
                </a:lnTo>
                <a:lnTo>
                  <a:pt x="98519" y="438175"/>
                </a:lnTo>
                <a:lnTo>
                  <a:pt x="73597" y="402180"/>
                </a:lnTo>
                <a:lnTo>
                  <a:pt x="51953" y="363920"/>
                </a:lnTo>
                <a:lnTo>
                  <a:pt x="33790" y="323598"/>
                </a:lnTo>
                <a:lnTo>
                  <a:pt x="19311" y="281416"/>
                </a:lnTo>
                <a:lnTo>
                  <a:pt x="8717" y="237578"/>
                </a:lnTo>
                <a:lnTo>
                  <a:pt x="2213" y="192285"/>
                </a:lnTo>
                <a:lnTo>
                  <a:pt x="0" y="145740"/>
                </a:lnTo>
                <a:lnTo>
                  <a:pt x="0" y="107395"/>
                </a:lnTo>
                <a:lnTo>
                  <a:pt x="8445" y="65591"/>
                </a:lnTo>
                <a:lnTo>
                  <a:pt x="31475" y="31454"/>
                </a:lnTo>
                <a:lnTo>
                  <a:pt x="65630" y="8439"/>
                </a:lnTo>
                <a:lnTo>
                  <a:pt x="107451" y="0"/>
                </a:lnTo>
                <a:lnTo>
                  <a:pt x="149260" y="8439"/>
                </a:lnTo>
                <a:lnTo>
                  <a:pt x="183409" y="31454"/>
                </a:lnTo>
                <a:lnTo>
                  <a:pt x="206437" y="65591"/>
                </a:lnTo>
                <a:lnTo>
                  <a:pt x="214882" y="107395"/>
                </a:lnTo>
                <a:lnTo>
                  <a:pt x="214882" y="237794"/>
                </a:lnTo>
                <a:lnTo>
                  <a:pt x="219208" y="286057"/>
                </a:lnTo>
                <a:lnTo>
                  <a:pt x="231683" y="331482"/>
                </a:lnTo>
                <a:lnTo>
                  <a:pt x="251547" y="373310"/>
                </a:lnTo>
                <a:lnTo>
                  <a:pt x="278042" y="410784"/>
                </a:lnTo>
                <a:lnTo>
                  <a:pt x="310410" y="443145"/>
                </a:lnTo>
                <a:lnTo>
                  <a:pt x="347893" y="469635"/>
                </a:lnTo>
                <a:lnTo>
                  <a:pt x="389733" y="489495"/>
                </a:lnTo>
                <a:lnTo>
                  <a:pt x="435171" y="501967"/>
                </a:lnTo>
                <a:lnTo>
                  <a:pt x="483449" y="506293"/>
                </a:lnTo>
                <a:lnTo>
                  <a:pt x="1460661" y="506293"/>
                </a:lnTo>
                <a:lnTo>
                  <a:pt x="1511100" y="507602"/>
                </a:lnTo>
                <a:lnTo>
                  <a:pt x="1561056" y="511506"/>
                </a:lnTo>
                <a:lnTo>
                  <a:pt x="1610450" y="517974"/>
                </a:lnTo>
                <a:lnTo>
                  <a:pt x="1659207" y="526971"/>
                </a:lnTo>
                <a:lnTo>
                  <a:pt x="1707249" y="538465"/>
                </a:lnTo>
                <a:lnTo>
                  <a:pt x="1754499" y="552424"/>
                </a:lnTo>
                <a:lnTo>
                  <a:pt x="1800879" y="568813"/>
                </a:lnTo>
                <a:lnTo>
                  <a:pt x="1846312" y="587601"/>
                </a:lnTo>
                <a:lnTo>
                  <a:pt x="1890721" y="608754"/>
                </a:lnTo>
                <a:lnTo>
                  <a:pt x="1934029" y="632239"/>
                </a:lnTo>
                <a:lnTo>
                  <a:pt x="1976159" y="658024"/>
                </a:lnTo>
                <a:lnTo>
                  <a:pt x="2017033" y="686075"/>
                </a:lnTo>
                <a:lnTo>
                  <a:pt x="2056575" y="716360"/>
                </a:lnTo>
                <a:lnTo>
                  <a:pt x="2096120" y="686075"/>
                </a:lnTo>
                <a:lnTo>
                  <a:pt x="2136997" y="658024"/>
                </a:lnTo>
                <a:lnTo>
                  <a:pt x="2179129" y="632239"/>
                </a:lnTo>
                <a:lnTo>
                  <a:pt x="2222438" y="608754"/>
                </a:lnTo>
                <a:lnTo>
                  <a:pt x="2266848" y="587601"/>
                </a:lnTo>
                <a:lnTo>
                  <a:pt x="2312281" y="568813"/>
                </a:lnTo>
                <a:lnTo>
                  <a:pt x="2358661" y="552424"/>
                </a:lnTo>
                <a:lnTo>
                  <a:pt x="2405911" y="538465"/>
                </a:lnTo>
                <a:lnTo>
                  <a:pt x="2453953" y="526971"/>
                </a:lnTo>
                <a:lnTo>
                  <a:pt x="2502711" y="517974"/>
                </a:lnTo>
                <a:lnTo>
                  <a:pt x="2552108" y="511506"/>
                </a:lnTo>
                <a:lnTo>
                  <a:pt x="2602066" y="507602"/>
                </a:lnTo>
                <a:lnTo>
                  <a:pt x="2652509" y="506293"/>
                </a:lnTo>
                <a:lnTo>
                  <a:pt x="3629701" y="506293"/>
                </a:lnTo>
                <a:lnTo>
                  <a:pt x="3677980" y="501967"/>
                </a:lnTo>
                <a:lnTo>
                  <a:pt x="3723420" y="489495"/>
                </a:lnTo>
                <a:lnTo>
                  <a:pt x="3765262" y="469635"/>
                </a:lnTo>
                <a:lnTo>
                  <a:pt x="3802748" y="443145"/>
                </a:lnTo>
                <a:lnTo>
                  <a:pt x="3835120" y="410784"/>
                </a:lnTo>
                <a:lnTo>
                  <a:pt x="3861618" y="373310"/>
                </a:lnTo>
                <a:lnTo>
                  <a:pt x="3881485" y="331482"/>
                </a:lnTo>
                <a:lnTo>
                  <a:pt x="3893961" y="286057"/>
                </a:lnTo>
                <a:lnTo>
                  <a:pt x="3898288" y="237794"/>
                </a:lnTo>
                <a:lnTo>
                  <a:pt x="3898288" y="107395"/>
                </a:lnTo>
                <a:lnTo>
                  <a:pt x="3906731" y="65591"/>
                </a:lnTo>
                <a:lnTo>
                  <a:pt x="3929753" y="31454"/>
                </a:lnTo>
                <a:lnTo>
                  <a:pt x="3963901" y="8439"/>
                </a:lnTo>
                <a:lnTo>
                  <a:pt x="4005719" y="0"/>
                </a:lnTo>
                <a:lnTo>
                  <a:pt x="4047537" y="8439"/>
                </a:lnTo>
                <a:lnTo>
                  <a:pt x="4081685" y="31454"/>
                </a:lnTo>
                <a:lnTo>
                  <a:pt x="4104708" y="65591"/>
                </a:lnTo>
                <a:lnTo>
                  <a:pt x="4113150" y="107395"/>
                </a:lnTo>
                <a:close/>
              </a:path>
            </a:pathLst>
          </a:custGeom>
          <a:solidFill>
            <a:srgbClr val="E7EC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Tag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1092695" y="2065804"/>
            <a:ext cx="1165479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aine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ome 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3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1860771" y="4202496"/>
            <a:ext cx="7952740" cy="7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4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	</a:t>
            </a:r>
            <a:r>
              <a:rPr lang="en-US" sz="4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4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4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4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4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 pa</a:t>
            </a:r>
            <a:r>
              <a:rPr lang="en-US" sz="4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4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aph</a:t>
            </a: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4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105515" y="7614176"/>
            <a:ext cx="153543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Elemen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058822" y="5908701"/>
            <a:ext cx="150495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919189" y="5737744"/>
            <a:ext cx="7912734" cy="1743710"/>
          </a:xfrm>
          <a:custGeom>
            <a:avLst/>
            <a:gdLst/>
            <a:ahLst/>
            <a:cxnLst/>
            <a:rect l="l" t="t" r="r" b="b"/>
            <a:pathLst>
              <a:path w="7912734" h="1743709" extrusionOk="0">
                <a:moveTo>
                  <a:pt x="7912546" y="206877"/>
                </a:moveTo>
                <a:lnTo>
                  <a:pt x="7912546" y="280742"/>
                </a:lnTo>
                <a:lnTo>
                  <a:pt x="7911336" y="328651"/>
                </a:lnTo>
                <a:lnTo>
                  <a:pt x="7907745" y="375930"/>
                </a:lnTo>
                <a:lnTo>
                  <a:pt x="7901830" y="422522"/>
                </a:lnTo>
                <a:lnTo>
                  <a:pt x="7893652" y="468367"/>
                </a:lnTo>
                <a:lnTo>
                  <a:pt x="7883267" y="513409"/>
                </a:lnTo>
                <a:lnTo>
                  <a:pt x="7870735" y="557587"/>
                </a:lnTo>
                <a:lnTo>
                  <a:pt x="7856113" y="600844"/>
                </a:lnTo>
                <a:lnTo>
                  <a:pt x="7839461" y="643121"/>
                </a:lnTo>
                <a:lnTo>
                  <a:pt x="7820837" y="684360"/>
                </a:lnTo>
                <a:lnTo>
                  <a:pt x="7800299" y="724501"/>
                </a:lnTo>
                <a:lnTo>
                  <a:pt x="7777906" y="763487"/>
                </a:lnTo>
                <a:lnTo>
                  <a:pt x="7753715" y="801260"/>
                </a:lnTo>
                <a:lnTo>
                  <a:pt x="7727786" y="837760"/>
                </a:lnTo>
                <a:lnTo>
                  <a:pt x="7700177" y="872929"/>
                </a:lnTo>
                <a:lnTo>
                  <a:pt x="7670946" y="906708"/>
                </a:lnTo>
                <a:lnTo>
                  <a:pt x="7640152" y="939040"/>
                </a:lnTo>
                <a:lnTo>
                  <a:pt x="7607853" y="969866"/>
                </a:lnTo>
                <a:lnTo>
                  <a:pt x="7574108" y="999126"/>
                </a:lnTo>
                <a:lnTo>
                  <a:pt x="7538975" y="1026764"/>
                </a:lnTo>
                <a:lnTo>
                  <a:pt x="7502512" y="1052719"/>
                </a:lnTo>
                <a:lnTo>
                  <a:pt x="7464778" y="1076934"/>
                </a:lnTo>
                <a:lnTo>
                  <a:pt x="7425832" y="1099351"/>
                </a:lnTo>
                <a:lnTo>
                  <a:pt x="7385731" y="1119910"/>
                </a:lnTo>
                <a:lnTo>
                  <a:pt x="7344535" y="1138553"/>
                </a:lnTo>
                <a:lnTo>
                  <a:pt x="7302301" y="1155222"/>
                </a:lnTo>
                <a:lnTo>
                  <a:pt x="7259088" y="1169858"/>
                </a:lnTo>
                <a:lnTo>
                  <a:pt x="7214955" y="1182403"/>
                </a:lnTo>
                <a:lnTo>
                  <a:pt x="7169959" y="1192799"/>
                </a:lnTo>
                <a:lnTo>
                  <a:pt x="7124160" y="1200986"/>
                </a:lnTo>
                <a:lnTo>
                  <a:pt x="7077616" y="1206906"/>
                </a:lnTo>
                <a:lnTo>
                  <a:pt x="7030385" y="1210501"/>
                </a:lnTo>
                <a:lnTo>
                  <a:pt x="6982525" y="1211712"/>
                </a:lnTo>
                <a:lnTo>
                  <a:pt x="5102683" y="1211712"/>
                </a:lnTo>
                <a:lnTo>
                  <a:pt x="5051628" y="1212456"/>
                </a:lnTo>
                <a:lnTo>
                  <a:pt x="5000809" y="1214697"/>
                </a:lnTo>
                <a:lnTo>
                  <a:pt x="4950269" y="1218451"/>
                </a:lnTo>
                <a:lnTo>
                  <a:pt x="4900054" y="1223732"/>
                </a:lnTo>
                <a:lnTo>
                  <a:pt x="4850207" y="1230555"/>
                </a:lnTo>
                <a:lnTo>
                  <a:pt x="4800774" y="1238934"/>
                </a:lnTo>
                <a:lnTo>
                  <a:pt x="4751800" y="1248886"/>
                </a:lnTo>
                <a:lnTo>
                  <a:pt x="4703327" y="1260424"/>
                </a:lnTo>
                <a:lnTo>
                  <a:pt x="4655403" y="1273564"/>
                </a:lnTo>
                <a:lnTo>
                  <a:pt x="4608070" y="1288319"/>
                </a:lnTo>
                <a:lnTo>
                  <a:pt x="4561373" y="1304706"/>
                </a:lnTo>
                <a:lnTo>
                  <a:pt x="4515358" y="1322739"/>
                </a:lnTo>
                <a:lnTo>
                  <a:pt x="4470068" y="1342433"/>
                </a:lnTo>
                <a:lnTo>
                  <a:pt x="4425548" y="1363802"/>
                </a:lnTo>
                <a:lnTo>
                  <a:pt x="4381843" y="1386862"/>
                </a:lnTo>
                <a:lnTo>
                  <a:pt x="4338998" y="1411628"/>
                </a:lnTo>
                <a:lnTo>
                  <a:pt x="4297056" y="1438113"/>
                </a:lnTo>
                <a:lnTo>
                  <a:pt x="4256063" y="1466334"/>
                </a:lnTo>
                <a:lnTo>
                  <a:pt x="4216064" y="1496304"/>
                </a:lnTo>
                <a:lnTo>
                  <a:pt x="4177102" y="1528039"/>
                </a:lnTo>
                <a:lnTo>
                  <a:pt x="4139222" y="1561554"/>
                </a:lnTo>
                <a:lnTo>
                  <a:pt x="4102469" y="1596863"/>
                </a:lnTo>
                <a:lnTo>
                  <a:pt x="3956273" y="1743169"/>
                </a:lnTo>
                <a:lnTo>
                  <a:pt x="3810076" y="1596863"/>
                </a:lnTo>
                <a:lnTo>
                  <a:pt x="3773329" y="1561554"/>
                </a:lnTo>
                <a:lnTo>
                  <a:pt x="3735454" y="1528039"/>
                </a:lnTo>
                <a:lnTo>
                  <a:pt x="3696496" y="1496304"/>
                </a:lnTo>
                <a:lnTo>
                  <a:pt x="3656500" y="1466334"/>
                </a:lnTo>
                <a:lnTo>
                  <a:pt x="3615510" y="1438113"/>
                </a:lnTo>
                <a:lnTo>
                  <a:pt x="3573572" y="1411628"/>
                </a:lnTo>
                <a:lnTo>
                  <a:pt x="3530729" y="1386862"/>
                </a:lnTo>
                <a:lnTo>
                  <a:pt x="3487027" y="1363802"/>
                </a:lnTo>
                <a:lnTo>
                  <a:pt x="3442509" y="1342433"/>
                </a:lnTo>
                <a:lnTo>
                  <a:pt x="3397221" y="1322739"/>
                </a:lnTo>
                <a:lnTo>
                  <a:pt x="3351207" y="1304706"/>
                </a:lnTo>
                <a:lnTo>
                  <a:pt x="3304512" y="1288319"/>
                </a:lnTo>
                <a:lnTo>
                  <a:pt x="3257180" y="1273564"/>
                </a:lnTo>
                <a:lnTo>
                  <a:pt x="3209256" y="1260424"/>
                </a:lnTo>
                <a:lnTo>
                  <a:pt x="3160784" y="1248886"/>
                </a:lnTo>
                <a:lnTo>
                  <a:pt x="3111810" y="1238934"/>
                </a:lnTo>
                <a:lnTo>
                  <a:pt x="3062377" y="1230555"/>
                </a:lnTo>
                <a:lnTo>
                  <a:pt x="3012531" y="1223732"/>
                </a:lnTo>
                <a:lnTo>
                  <a:pt x="2962316" y="1218451"/>
                </a:lnTo>
                <a:lnTo>
                  <a:pt x="2911776" y="1214697"/>
                </a:lnTo>
                <a:lnTo>
                  <a:pt x="2860957" y="1212456"/>
                </a:lnTo>
                <a:lnTo>
                  <a:pt x="2809902" y="1211712"/>
                </a:lnTo>
                <a:lnTo>
                  <a:pt x="930020" y="1211712"/>
                </a:lnTo>
                <a:lnTo>
                  <a:pt x="882164" y="1210501"/>
                </a:lnTo>
                <a:lnTo>
                  <a:pt x="834936" y="1206906"/>
                </a:lnTo>
                <a:lnTo>
                  <a:pt x="788395" y="1200986"/>
                </a:lnTo>
                <a:lnTo>
                  <a:pt x="742598" y="1192799"/>
                </a:lnTo>
                <a:lnTo>
                  <a:pt x="697604" y="1182403"/>
                </a:lnTo>
                <a:lnTo>
                  <a:pt x="653472" y="1169858"/>
                </a:lnTo>
                <a:lnTo>
                  <a:pt x="610261" y="1155222"/>
                </a:lnTo>
                <a:lnTo>
                  <a:pt x="568028" y="1138553"/>
                </a:lnTo>
                <a:lnTo>
                  <a:pt x="526832" y="1119910"/>
                </a:lnTo>
                <a:lnTo>
                  <a:pt x="486731" y="1099351"/>
                </a:lnTo>
                <a:lnTo>
                  <a:pt x="447785" y="1076934"/>
                </a:lnTo>
                <a:lnTo>
                  <a:pt x="410051" y="1052719"/>
                </a:lnTo>
                <a:lnTo>
                  <a:pt x="373588" y="1026764"/>
                </a:lnTo>
                <a:lnTo>
                  <a:pt x="338454" y="999126"/>
                </a:lnTo>
                <a:lnTo>
                  <a:pt x="304708" y="969866"/>
                </a:lnTo>
                <a:lnTo>
                  <a:pt x="272408" y="939040"/>
                </a:lnTo>
                <a:lnTo>
                  <a:pt x="241613" y="906708"/>
                </a:lnTo>
                <a:lnTo>
                  <a:pt x="212381" y="872929"/>
                </a:lnTo>
                <a:lnTo>
                  <a:pt x="184771" y="837760"/>
                </a:lnTo>
                <a:lnTo>
                  <a:pt x="158841" y="801260"/>
                </a:lnTo>
                <a:lnTo>
                  <a:pt x="134649" y="763487"/>
                </a:lnTo>
                <a:lnTo>
                  <a:pt x="112254" y="724501"/>
                </a:lnTo>
                <a:lnTo>
                  <a:pt x="91715" y="684360"/>
                </a:lnTo>
                <a:lnTo>
                  <a:pt x="73090" y="643121"/>
                </a:lnTo>
                <a:lnTo>
                  <a:pt x="56437" y="600844"/>
                </a:lnTo>
                <a:lnTo>
                  <a:pt x="41814" y="557587"/>
                </a:lnTo>
                <a:lnTo>
                  <a:pt x="29281" y="513409"/>
                </a:lnTo>
                <a:lnTo>
                  <a:pt x="18896" y="468367"/>
                </a:lnTo>
                <a:lnTo>
                  <a:pt x="10716" y="422522"/>
                </a:lnTo>
                <a:lnTo>
                  <a:pt x="4801" y="375930"/>
                </a:lnTo>
                <a:lnTo>
                  <a:pt x="1210" y="328651"/>
                </a:lnTo>
                <a:lnTo>
                  <a:pt x="0" y="280742"/>
                </a:lnTo>
                <a:lnTo>
                  <a:pt x="0" y="206877"/>
                </a:lnTo>
                <a:lnTo>
                  <a:pt x="5460" y="159441"/>
                </a:lnTo>
                <a:lnTo>
                  <a:pt x="21012" y="115896"/>
                </a:lnTo>
                <a:lnTo>
                  <a:pt x="45416" y="77484"/>
                </a:lnTo>
                <a:lnTo>
                  <a:pt x="77429" y="45447"/>
                </a:lnTo>
                <a:lnTo>
                  <a:pt x="115809" y="21026"/>
                </a:lnTo>
                <a:lnTo>
                  <a:pt x="159316" y="5463"/>
                </a:lnTo>
                <a:lnTo>
                  <a:pt x="206706" y="0"/>
                </a:lnTo>
                <a:lnTo>
                  <a:pt x="254082" y="5463"/>
                </a:lnTo>
                <a:lnTo>
                  <a:pt x="297577" y="21026"/>
                </a:lnTo>
                <a:lnTo>
                  <a:pt x="335951" y="45447"/>
                </a:lnTo>
                <a:lnTo>
                  <a:pt x="367959" y="77484"/>
                </a:lnTo>
                <a:lnTo>
                  <a:pt x="392361" y="115896"/>
                </a:lnTo>
                <a:lnTo>
                  <a:pt x="407913" y="159441"/>
                </a:lnTo>
                <a:lnTo>
                  <a:pt x="413373" y="206877"/>
                </a:lnTo>
                <a:lnTo>
                  <a:pt x="413373" y="458066"/>
                </a:lnTo>
                <a:lnTo>
                  <a:pt x="415484" y="505143"/>
                </a:lnTo>
                <a:lnTo>
                  <a:pt x="421696" y="551036"/>
                </a:lnTo>
                <a:lnTo>
                  <a:pt x="431826" y="595562"/>
                </a:lnTo>
                <a:lnTo>
                  <a:pt x="445693" y="638539"/>
                </a:lnTo>
                <a:lnTo>
                  <a:pt x="463114" y="679784"/>
                </a:lnTo>
                <a:lnTo>
                  <a:pt x="483906" y="719114"/>
                </a:lnTo>
                <a:lnTo>
                  <a:pt x="507887" y="756347"/>
                </a:lnTo>
                <a:lnTo>
                  <a:pt x="534875" y="791301"/>
                </a:lnTo>
                <a:lnTo>
                  <a:pt x="564687" y="823792"/>
                </a:lnTo>
                <a:lnTo>
                  <a:pt x="597142" y="853638"/>
                </a:lnTo>
                <a:lnTo>
                  <a:pt x="632057" y="880657"/>
                </a:lnTo>
                <a:lnTo>
                  <a:pt x="669249" y="904665"/>
                </a:lnTo>
                <a:lnTo>
                  <a:pt x="708536" y="925481"/>
                </a:lnTo>
                <a:lnTo>
                  <a:pt x="749737" y="942922"/>
                </a:lnTo>
                <a:lnTo>
                  <a:pt x="792667" y="956805"/>
                </a:lnTo>
                <a:lnTo>
                  <a:pt x="837147" y="966947"/>
                </a:lnTo>
                <a:lnTo>
                  <a:pt x="882992" y="973167"/>
                </a:lnTo>
                <a:lnTo>
                  <a:pt x="930020" y="975280"/>
                </a:lnTo>
                <a:lnTo>
                  <a:pt x="2809902" y="975280"/>
                </a:lnTo>
                <a:lnTo>
                  <a:pt x="2860465" y="975964"/>
                </a:lnTo>
                <a:lnTo>
                  <a:pt x="2910795" y="978007"/>
                </a:lnTo>
                <a:lnTo>
                  <a:pt x="2960873" y="981402"/>
                </a:lnTo>
                <a:lnTo>
                  <a:pt x="3010676" y="986139"/>
                </a:lnTo>
                <a:lnTo>
                  <a:pt x="3060185" y="992210"/>
                </a:lnTo>
                <a:lnTo>
                  <a:pt x="3109378" y="999605"/>
                </a:lnTo>
                <a:lnTo>
                  <a:pt x="3158234" y="1008316"/>
                </a:lnTo>
                <a:lnTo>
                  <a:pt x="3206733" y="1018334"/>
                </a:lnTo>
                <a:lnTo>
                  <a:pt x="3254853" y="1029650"/>
                </a:lnTo>
                <a:lnTo>
                  <a:pt x="3302574" y="1042255"/>
                </a:lnTo>
                <a:lnTo>
                  <a:pt x="3349875" y="1056140"/>
                </a:lnTo>
                <a:lnTo>
                  <a:pt x="3396734" y="1071296"/>
                </a:lnTo>
                <a:lnTo>
                  <a:pt x="3443132" y="1087714"/>
                </a:lnTo>
                <a:lnTo>
                  <a:pt x="3489047" y="1105385"/>
                </a:lnTo>
                <a:lnTo>
                  <a:pt x="3534458" y="1124301"/>
                </a:lnTo>
                <a:lnTo>
                  <a:pt x="3579345" y="1144452"/>
                </a:lnTo>
                <a:lnTo>
                  <a:pt x="3623686" y="1165830"/>
                </a:lnTo>
                <a:lnTo>
                  <a:pt x="3667461" y="1188425"/>
                </a:lnTo>
                <a:lnTo>
                  <a:pt x="3710649" y="1212229"/>
                </a:lnTo>
                <a:lnTo>
                  <a:pt x="3753228" y="1237233"/>
                </a:lnTo>
                <a:lnTo>
                  <a:pt x="3795179" y="1263428"/>
                </a:lnTo>
                <a:lnTo>
                  <a:pt x="3836479" y="1290804"/>
                </a:lnTo>
                <a:lnTo>
                  <a:pt x="3877109" y="1319354"/>
                </a:lnTo>
                <a:lnTo>
                  <a:pt x="3917047" y="1349068"/>
                </a:lnTo>
                <a:lnTo>
                  <a:pt x="3956273" y="1379936"/>
                </a:lnTo>
                <a:lnTo>
                  <a:pt x="3995503" y="1349068"/>
                </a:lnTo>
                <a:lnTo>
                  <a:pt x="4035445" y="1319354"/>
                </a:lnTo>
                <a:lnTo>
                  <a:pt x="4076077" y="1290804"/>
                </a:lnTo>
                <a:lnTo>
                  <a:pt x="4117380" y="1263428"/>
                </a:lnTo>
                <a:lnTo>
                  <a:pt x="4159333" y="1237233"/>
                </a:lnTo>
                <a:lnTo>
                  <a:pt x="4201914" y="1212229"/>
                </a:lnTo>
                <a:lnTo>
                  <a:pt x="4245103" y="1188425"/>
                </a:lnTo>
                <a:lnTo>
                  <a:pt x="4288878" y="1165830"/>
                </a:lnTo>
                <a:lnTo>
                  <a:pt x="4333220" y="1144452"/>
                </a:lnTo>
                <a:lnTo>
                  <a:pt x="4378107" y="1124301"/>
                </a:lnTo>
                <a:lnTo>
                  <a:pt x="4423518" y="1105385"/>
                </a:lnTo>
                <a:lnTo>
                  <a:pt x="4469433" y="1087714"/>
                </a:lnTo>
                <a:lnTo>
                  <a:pt x="4515831" y="1071296"/>
                </a:lnTo>
                <a:lnTo>
                  <a:pt x="4562691" y="1056140"/>
                </a:lnTo>
                <a:lnTo>
                  <a:pt x="4609992" y="1042255"/>
                </a:lnTo>
                <a:lnTo>
                  <a:pt x="4657713" y="1029650"/>
                </a:lnTo>
                <a:lnTo>
                  <a:pt x="4705834" y="1018334"/>
                </a:lnTo>
                <a:lnTo>
                  <a:pt x="4754333" y="1008316"/>
                </a:lnTo>
                <a:lnTo>
                  <a:pt x="4803190" y="999605"/>
                </a:lnTo>
                <a:lnTo>
                  <a:pt x="4852385" y="992210"/>
                </a:lnTo>
                <a:lnTo>
                  <a:pt x="4901895" y="986139"/>
                </a:lnTo>
                <a:lnTo>
                  <a:pt x="4951701" y="981402"/>
                </a:lnTo>
                <a:lnTo>
                  <a:pt x="5001782" y="978007"/>
                </a:lnTo>
                <a:lnTo>
                  <a:pt x="5052116" y="975964"/>
                </a:lnTo>
                <a:lnTo>
                  <a:pt x="5102683" y="975280"/>
                </a:lnTo>
                <a:lnTo>
                  <a:pt x="6982525" y="975280"/>
                </a:lnTo>
                <a:lnTo>
                  <a:pt x="7029554" y="973167"/>
                </a:lnTo>
                <a:lnTo>
                  <a:pt x="7075400" y="966947"/>
                </a:lnTo>
                <a:lnTo>
                  <a:pt x="7119881" y="956805"/>
                </a:lnTo>
                <a:lnTo>
                  <a:pt x="7162814" y="942922"/>
                </a:lnTo>
                <a:lnTo>
                  <a:pt x="7204017" y="925481"/>
                </a:lnTo>
                <a:lnTo>
                  <a:pt x="7243307" y="904665"/>
                </a:lnTo>
                <a:lnTo>
                  <a:pt x="7280502" y="880657"/>
                </a:lnTo>
                <a:lnTo>
                  <a:pt x="7315420" y="853638"/>
                </a:lnTo>
                <a:lnTo>
                  <a:pt x="7347878" y="823792"/>
                </a:lnTo>
                <a:lnTo>
                  <a:pt x="7377694" y="791301"/>
                </a:lnTo>
                <a:lnTo>
                  <a:pt x="7404685" y="756347"/>
                </a:lnTo>
                <a:lnTo>
                  <a:pt x="7428669" y="719114"/>
                </a:lnTo>
                <a:lnTo>
                  <a:pt x="7449464" y="679784"/>
                </a:lnTo>
                <a:lnTo>
                  <a:pt x="7466887" y="638539"/>
                </a:lnTo>
                <a:lnTo>
                  <a:pt x="7480756" y="595562"/>
                </a:lnTo>
                <a:lnTo>
                  <a:pt x="7490888" y="551036"/>
                </a:lnTo>
                <a:lnTo>
                  <a:pt x="7497101" y="505143"/>
                </a:lnTo>
                <a:lnTo>
                  <a:pt x="7499212" y="458066"/>
                </a:lnTo>
                <a:lnTo>
                  <a:pt x="7499212" y="206877"/>
                </a:lnTo>
                <a:lnTo>
                  <a:pt x="7504670" y="159441"/>
                </a:lnTo>
                <a:lnTo>
                  <a:pt x="7520218" y="115896"/>
                </a:lnTo>
                <a:lnTo>
                  <a:pt x="7544613" y="77484"/>
                </a:lnTo>
                <a:lnTo>
                  <a:pt x="7576618" y="45447"/>
                </a:lnTo>
                <a:lnTo>
                  <a:pt x="7614991" y="21026"/>
                </a:lnTo>
                <a:lnTo>
                  <a:pt x="7658491" y="5463"/>
                </a:lnTo>
                <a:lnTo>
                  <a:pt x="7705879" y="0"/>
                </a:lnTo>
                <a:lnTo>
                  <a:pt x="7753267" y="5463"/>
                </a:lnTo>
                <a:lnTo>
                  <a:pt x="7796768" y="21026"/>
                </a:lnTo>
                <a:lnTo>
                  <a:pt x="7835140" y="45447"/>
                </a:lnTo>
                <a:lnTo>
                  <a:pt x="7867145" y="77484"/>
                </a:lnTo>
                <a:lnTo>
                  <a:pt x="7891541" y="115896"/>
                </a:lnTo>
                <a:lnTo>
                  <a:pt x="7907088" y="159441"/>
                </a:lnTo>
                <a:lnTo>
                  <a:pt x="7912546" y="206877"/>
                </a:lnTo>
                <a:close/>
              </a:path>
            </a:pathLst>
          </a:custGeom>
          <a:solidFill>
            <a:srgbClr val="E7EC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1022597" y="986857"/>
            <a:ext cx="5455920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</a:t>
            </a:r>
            <a:r>
              <a:rPr lang="en-US" sz="5100"/>
              <a:t>s</a:t>
            </a:r>
            <a:r>
              <a:rPr lang="en-US"/>
              <a:t>ic HTML Page</a:t>
            </a:r>
            <a:endParaRPr sz="5100"/>
          </a:p>
        </p:txBody>
      </p:sp>
      <p:sp>
        <p:nvSpPr>
          <p:cNvPr id="140" name="Google Shape;140;p9"/>
          <p:cNvSpPr txBox="1"/>
          <p:nvPr/>
        </p:nvSpPr>
        <p:spPr>
          <a:xfrm>
            <a:off x="940816" y="1996866"/>
            <a:ext cx="3847465" cy="245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&lt;!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DOCTYPE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56134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1489992" y="4425741"/>
            <a:ext cx="6409690" cy="164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6711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rst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940816" y="6044991"/>
            <a:ext cx="5117465" cy="32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5613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00076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56134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6911230" y="2293896"/>
            <a:ext cx="549783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ell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ws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 y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ing HTML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6937500" y="3117160"/>
            <a:ext cx="4064635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oo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of an h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ml doc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men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6918799" y="3960807"/>
            <a:ext cx="366649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aine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7082161" y="6312475"/>
            <a:ext cx="659257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ain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all da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ende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ed b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he b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ws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5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8447349" y="4904139"/>
            <a:ext cx="1504950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7158876" y="7196943"/>
            <a:ext cx="2235835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pa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aph </a:t>
            </a:r>
            <a:r>
              <a:rPr lang="en-US" sz="25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6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0082" y="992627"/>
            <a:ext cx="923587" cy="9232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</a:t>
            </a:r>
            <a:r>
              <a:rPr lang="en-US" sz="5100"/>
              <a:t>u</a:t>
            </a:r>
            <a:r>
              <a:rPr lang="en-US"/>
              <a:t>ick Poin</a:t>
            </a:r>
            <a:r>
              <a:rPr lang="en-US" sz="5100"/>
              <a:t>ts</a:t>
            </a:r>
            <a:endParaRPr sz="5100"/>
          </a:p>
        </p:txBody>
      </p:sp>
      <p:sp>
        <p:nvSpPr>
          <p:cNvPr id="156" name="Google Shape;156;p10"/>
          <p:cNvSpPr txBox="1"/>
          <p:nvPr/>
        </p:nvSpPr>
        <p:spPr>
          <a:xfrm>
            <a:off x="1012923" y="2722588"/>
            <a:ext cx="11855450" cy="451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 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head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2750">
              <a:latin typeface="Arial"/>
              <a:ea typeface="Arial"/>
              <a:cs typeface="Arial"/>
              <a:sym typeface="Arial"/>
            </a:endParaRPr>
          </a:p>
          <a:p>
            <a:pPr marL="15240" marR="1563370" lvl="0" indent="0" algn="l" rtl="0">
              <a:lnSpc>
                <a:spcPct val="12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elemen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opening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 con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be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een</a:t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1524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Some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no con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be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eg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1524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can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in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elemen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edi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endParaRPr sz="33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Commen</a:t>
            </a:r>
            <a:r>
              <a:rPr lang="en-US" sz="5100"/>
              <a:t>ts </a:t>
            </a:r>
            <a:r>
              <a:rPr lang="en-US"/>
              <a:t>in HTML</a:t>
            </a:r>
            <a:endParaRPr sz="5100"/>
          </a:p>
        </p:txBody>
      </p:sp>
      <p:sp>
        <p:nvSpPr>
          <p:cNvPr id="163" name="Google Shape;163;p11"/>
          <p:cNvSpPr txBox="1"/>
          <p:nvPr/>
        </p:nvSpPr>
        <p:spPr>
          <a:xfrm>
            <a:off x="1016000" y="4459638"/>
            <a:ext cx="8239759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&lt;!--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HTML Commen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--&gt;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1016000" y="2314376"/>
            <a:ext cx="931862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code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ld no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 pa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0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i</a:t>
            </a:r>
            <a:r>
              <a:rPr lang="en-US" sz="5100"/>
              <a:t>s </a:t>
            </a:r>
            <a:r>
              <a:rPr lang="en-US">
                <a:solidFill>
                  <a:srgbClr val="F52087"/>
                </a:solidFill>
              </a:rPr>
              <a:t>NOT </a:t>
            </a:r>
            <a:r>
              <a:rPr lang="en-US"/>
              <a:t>ca</a:t>
            </a:r>
            <a:r>
              <a:rPr lang="en-US" sz="5100"/>
              <a:t>s</a:t>
            </a:r>
            <a:r>
              <a:rPr lang="en-US"/>
              <a:t>e </a:t>
            </a:r>
            <a:r>
              <a:rPr lang="en-US" sz="5100"/>
              <a:t>s</a:t>
            </a:r>
            <a:r>
              <a:rPr lang="en-US"/>
              <a:t>en</a:t>
            </a:r>
            <a:r>
              <a:rPr lang="en-US" sz="5100"/>
              <a:t>s</a:t>
            </a:r>
            <a:r>
              <a:rPr lang="en-US"/>
              <a:t>i</a:t>
            </a:r>
            <a:r>
              <a:rPr lang="en-US" sz="5100"/>
              <a:t>t</a:t>
            </a:r>
            <a:r>
              <a:rPr lang="en-US"/>
              <a:t>i</a:t>
            </a:r>
            <a:r>
              <a:rPr lang="en-US" sz="5100"/>
              <a:t>v</a:t>
            </a:r>
            <a:r>
              <a:rPr lang="en-US"/>
              <a:t>e</a:t>
            </a:r>
            <a:endParaRPr sz="5100"/>
          </a:p>
        </p:txBody>
      </p:sp>
      <p:sp>
        <p:nvSpPr>
          <p:cNvPr id="171" name="Google Shape;171;p12"/>
          <p:cNvSpPr txBox="1"/>
          <p:nvPr/>
        </p:nvSpPr>
        <p:spPr>
          <a:xfrm>
            <a:off x="1016000" y="2588660"/>
            <a:ext cx="4514850" cy="473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= 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54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= 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4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= 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5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= 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>
            <a:spLocks noGrp="1"/>
          </p:cNvSpPr>
          <p:nvPr>
            <p:ph type="title"/>
          </p:nvPr>
        </p:nvSpPr>
        <p:spPr>
          <a:xfrm>
            <a:off x="1448007" y="972058"/>
            <a:ext cx="4024629" cy="14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0">
                <a:solidFill>
                  <a:srgbClr val="FFFFFF"/>
                </a:solidFill>
              </a:rPr>
              <a:t>Le</a:t>
            </a:r>
            <a:r>
              <a:rPr lang="en-US" sz="9100">
                <a:solidFill>
                  <a:srgbClr val="FFFFFF"/>
                </a:solidFill>
              </a:rPr>
              <a:t>v</a:t>
            </a:r>
            <a:r>
              <a:rPr lang="en-US" sz="9300">
                <a:solidFill>
                  <a:srgbClr val="FFFFFF"/>
                </a:solidFill>
              </a:rPr>
              <a:t>el </a:t>
            </a:r>
            <a:r>
              <a:rPr lang="en-US" sz="9100"/>
              <a:t>2</a:t>
            </a:r>
            <a:endParaRPr sz="9100"/>
          </a:p>
        </p:txBody>
      </p:sp>
      <p:sp>
        <p:nvSpPr>
          <p:cNvPr id="178" name="Google Shape;178;p13"/>
          <p:cNvSpPr/>
          <p:nvPr/>
        </p:nvSpPr>
        <p:spPr>
          <a:xfrm>
            <a:off x="1028804" y="2895724"/>
            <a:ext cx="2428875" cy="1019175"/>
          </a:xfrm>
          <a:custGeom>
            <a:avLst/>
            <a:gdLst/>
            <a:ahLst/>
            <a:cxnLst/>
            <a:rect l="l" t="t" r="r" b="b"/>
            <a:pathLst>
              <a:path w="2428875" h="1019175" extrusionOk="0">
                <a:moveTo>
                  <a:pt x="2237603" y="1019174"/>
                </a:moveTo>
                <a:lnTo>
                  <a:pt x="191062" y="1019174"/>
                </a:lnTo>
                <a:lnTo>
                  <a:pt x="147329" y="1014089"/>
                </a:lnTo>
                <a:lnTo>
                  <a:pt x="107143" y="999609"/>
                </a:lnTo>
                <a:lnTo>
                  <a:pt x="71664" y="976901"/>
                </a:lnTo>
                <a:lnTo>
                  <a:pt x="42050" y="947130"/>
                </a:lnTo>
                <a:lnTo>
                  <a:pt x="19462" y="911463"/>
                </a:lnTo>
                <a:lnTo>
                  <a:pt x="505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58" y="148110"/>
                </a:lnTo>
                <a:lnTo>
                  <a:pt x="19462" y="107711"/>
                </a:lnTo>
                <a:lnTo>
                  <a:pt x="42050" y="72043"/>
                </a:lnTo>
                <a:lnTo>
                  <a:pt x="71664" y="42273"/>
                </a:lnTo>
                <a:lnTo>
                  <a:pt x="107143" y="19565"/>
                </a:lnTo>
                <a:lnTo>
                  <a:pt x="147329" y="5085"/>
                </a:lnTo>
                <a:lnTo>
                  <a:pt x="191062" y="0"/>
                </a:lnTo>
                <a:lnTo>
                  <a:pt x="2237603" y="0"/>
                </a:lnTo>
                <a:lnTo>
                  <a:pt x="2281336" y="5085"/>
                </a:lnTo>
                <a:lnTo>
                  <a:pt x="2321522" y="19565"/>
                </a:lnTo>
                <a:lnTo>
                  <a:pt x="2357001" y="42273"/>
                </a:lnTo>
                <a:lnTo>
                  <a:pt x="2386615" y="72043"/>
                </a:lnTo>
                <a:lnTo>
                  <a:pt x="2409203" y="107711"/>
                </a:lnTo>
                <a:lnTo>
                  <a:pt x="2423607" y="148110"/>
                </a:lnTo>
                <a:lnTo>
                  <a:pt x="2428666" y="192075"/>
                </a:lnTo>
                <a:lnTo>
                  <a:pt x="2428666" y="827099"/>
                </a:lnTo>
                <a:lnTo>
                  <a:pt x="2423607" y="871064"/>
                </a:lnTo>
                <a:lnTo>
                  <a:pt x="2409203" y="911463"/>
                </a:lnTo>
                <a:lnTo>
                  <a:pt x="2386615" y="947130"/>
                </a:lnTo>
                <a:lnTo>
                  <a:pt x="2357001" y="976901"/>
                </a:lnTo>
                <a:lnTo>
                  <a:pt x="2321522" y="999609"/>
                </a:lnTo>
                <a:lnTo>
                  <a:pt x="2281336" y="1014089"/>
                </a:lnTo>
                <a:lnTo>
                  <a:pt x="2237603" y="1019174"/>
                </a:lnTo>
                <a:close/>
              </a:path>
            </a:pathLst>
          </a:custGeom>
          <a:solidFill>
            <a:srgbClr val="32BD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80" name="Google Shape;18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4686300"/>
            <a:ext cx="2895600" cy="245426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</a:t>
            </a:r>
            <a:r>
              <a:rPr lang="en-US" sz="5100"/>
              <a:t>s</a:t>
            </a:r>
            <a:r>
              <a:rPr lang="en-US"/>
              <a:t>ic HTML Tag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186" name="Google Shape;186;p14"/>
          <p:cNvSpPr txBox="1"/>
          <p:nvPr/>
        </p:nvSpPr>
        <p:spPr>
          <a:xfrm>
            <a:off x="1016000" y="2133527"/>
            <a:ext cx="12900660" cy="362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HTML A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ttr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ib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2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ib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add mo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info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endParaRPr sz="49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44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=‘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44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Heading Tag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1016000" y="2167544"/>
            <a:ext cx="8011795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heading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HTML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3973848" y="3843886"/>
            <a:ext cx="3059430" cy="49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 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3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1847876" y="3387196"/>
            <a:ext cx="1341120" cy="59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82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7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7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250">
              <a:latin typeface="Arial"/>
              <a:ea typeface="Arial"/>
              <a:cs typeface="Arial"/>
              <a:sym typeface="Arial"/>
            </a:endParaRPr>
          </a:p>
          <a:p>
            <a:pPr marL="12700" marR="297180" lvl="0" indent="0" algn="just" rtl="0">
              <a:lnSpc>
                <a:spcPct val="1074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6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5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5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US" sz="46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45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45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6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3974145" y="8816192"/>
            <a:ext cx="2463165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</a:t>
            </a:r>
            <a:r>
              <a:rPr lang="en-US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 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</a:t>
            </a:r>
            <a:r>
              <a:rPr lang="en-US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US" sz="2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</a:t>
            </a:r>
            <a:r>
              <a:rPr lang="en-US" sz="5100"/>
              <a:t>r</a:t>
            </a:r>
            <a:r>
              <a:rPr lang="en-US"/>
              <a:t>ag</a:t>
            </a:r>
            <a:r>
              <a:rPr lang="en-US" sz="5100"/>
              <a:t>r</a:t>
            </a:r>
            <a:r>
              <a:rPr lang="en-US"/>
              <a:t>aph Tag</a:t>
            </a:r>
            <a:endParaRPr sz="5100"/>
          </a:p>
        </p:txBody>
      </p:sp>
      <p:sp>
        <p:nvSpPr>
          <p:cNvPr id="203" name="Google Shape;203;p16"/>
          <p:cNvSpPr txBox="1"/>
          <p:nvPr/>
        </p:nvSpPr>
        <p:spPr>
          <a:xfrm>
            <a:off x="1016000" y="2167544"/>
            <a:ext cx="7781925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add pa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HTML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016000" y="4459638"/>
            <a:ext cx="8715375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ample pa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aph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Ancho</a:t>
            </a:r>
            <a:r>
              <a:rPr lang="en-US" sz="5100"/>
              <a:t>r </a:t>
            </a:r>
            <a:r>
              <a:rPr lang="en-US"/>
              <a:t>Tag</a:t>
            </a:r>
            <a:endParaRPr sz="5100"/>
          </a:p>
        </p:txBody>
      </p:sp>
      <p:sp>
        <p:nvSpPr>
          <p:cNvPr id="211" name="Google Shape;211;p17"/>
          <p:cNvSpPr txBox="1"/>
          <p:nvPr/>
        </p:nvSpPr>
        <p:spPr>
          <a:xfrm>
            <a:off x="1016000" y="2167544"/>
            <a:ext cx="13995400" cy="300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add link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36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ef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://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Google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absolute link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Tag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016000" y="2167544"/>
            <a:ext cx="11027410" cy="233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add image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36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img 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="/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Random Image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3859892" y="5704113"/>
            <a:ext cx="199263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734416" y="4786089"/>
            <a:ext cx="0" cy="779145"/>
          </a:xfrm>
          <a:custGeom>
            <a:avLst/>
            <a:gdLst/>
            <a:ahLst/>
            <a:cxnLst/>
            <a:rect l="l" t="t" r="r" b="b"/>
            <a:pathLst>
              <a:path w="120000" h="779145" extrusionOk="0">
                <a:moveTo>
                  <a:pt x="0" y="778731"/>
                </a:moveTo>
                <a:lnTo>
                  <a:pt x="0" y="0"/>
                </a:lnTo>
              </a:path>
            </a:pathLst>
          </a:custGeom>
          <a:noFill/>
          <a:ln w="476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1" name="Google Shape;221;p18"/>
          <p:cNvSpPr/>
          <p:nvPr/>
        </p:nvSpPr>
        <p:spPr>
          <a:xfrm>
            <a:off x="4662978" y="4774172"/>
            <a:ext cx="142875" cy="95885"/>
          </a:xfrm>
          <a:custGeom>
            <a:avLst/>
            <a:gdLst/>
            <a:ahLst/>
            <a:cxnLst/>
            <a:rect l="l" t="t" r="r" b="b"/>
            <a:pathLst>
              <a:path w="142875" h="95885" extrusionOk="0">
                <a:moveTo>
                  <a:pt x="0" y="95317"/>
                </a:moveTo>
                <a:lnTo>
                  <a:pt x="71437" y="0"/>
                </a:lnTo>
                <a:lnTo>
                  <a:pt x="142874" y="95317"/>
                </a:lnTo>
              </a:path>
            </a:pathLst>
          </a:custGeom>
          <a:noFill/>
          <a:ln w="476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r>
              <a:rPr lang="en-US" sz="5100"/>
              <a:t>r </a:t>
            </a:r>
            <a:r>
              <a:rPr lang="en-US"/>
              <a:t>Tag</a:t>
            </a:r>
            <a:endParaRPr sz="5100"/>
          </a:p>
        </p:txBody>
      </p:sp>
      <p:sp>
        <p:nvSpPr>
          <p:cNvPr id="228" name="Google Shape;228;p19"/>
          <p:cNvSpPr txBox="1"/>
          <p:nvPr/>
        </p:nvSpPr>
        <p:spPr>
          <a:xfrm>
            <a:off x="1016000" y="2153231"/>
            <a:ext cx="10988040" cy="239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add ne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 b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eak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758825" lvl="0" indent="0" algn="l" rtl="0">
              <a:lnSpc>
                <a:spcPct val="100000"/>
              </a:lnSpc>
              <a:spcBef>
                <a:spcPts val="361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4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4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Bold</a:t>
            </a:r>
            <a:r>
              <a:rPr lang="en-US" sz="5350"/>
              <a:t>, </a:t>
            </a:r>
            <a:r>
              <a:rPr lang="en-US"/>
              <a:t>I</a:t>
            </a:r>
            <a:r>
              <a:rPr lang="en-US" sz="5100"/>
              <a:t>t</a:t>
            </a:r>
            <a:r>
              <a:rPr lang="en-US"/>
              <a:t>alic </a:t>
            </a:r>
            <a:r>
              <a:rPr lang="en-US" sz="5350"/>
              <a:t>&amp; </a:t>
            </a:r>
            <a:r>
              <a:rPr lang="en-US"/>
              <a:t>Unde</a:t>
            </a:r>
            <a:r>
              <a:rPr lang="en-US" sz="5100"/>
              <a:t>r</a:t>
            </a:r>
            <a:r>
              <a:rPr lang="en-US"/>
              <a:t>line Tag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235" name="Google Shape;235;p20"/>
          <p:cNvSpPr txBox="1"/>
          <p:nvPr/>
        </p:nvSpPr>
        <p:spPr>
          <a:xfrm>
            <a:off x="1016000" y="2167567"/>
            <a:ext cx="8137525" cy="521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highligh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36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Bold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57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alic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55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Unde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line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 </a:t>
            </a:r>
            <a:r>
              <a:rPr lang="en-US" sz="5350"/>
              <a:t>&amp; </a:t>
            </a:r>
            <a:r>
              <a:rPr lang="en-US"/>
              <a:t>Small Tag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242" name="Google Shape;242;p21"/>
          <p:cNvSpPr txBox="1"/>
          <p:nvPr/>
        </p:nvSpPr>
        <p:spPr>
          <a:xfrm>
            <a:off x="1016000" y="2153242"/>
            <a:ext cx="1061783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mall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Big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57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mall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Small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mall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</a:t>
            </a:r>
            <a:r>
              <a:rPr lang="en-US" sz="5100"/>
              <a:t>r </a:t>
            </a:r>
            <a:r>
              <a:rPr lang="en-US"/>
              <a:t>Tag</a:t>
            </a:r>
            <a:endParaRPr sz="5100"/>
          </a:p>
        </p:txBody>
      </p:sp>
      <p:sp>
        <p:nvSpPr>
          <p:cNvPr id="249" name="Google Shape;249;p22"/>
          <p:cNvSpPr txBox="1"/>
          <p:nvPr/>
        </p:nvSpPr>
        <p:spPr>
          <a:xfrm>
            <a:off x="1016000" y="2153242"/>
            <a:ext cx="14056360" cy="239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ho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epa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758825" lvl="0" indent="0" algn="l" rtl="0">
              <a:lnSpc>
                <a:spcPct val="100000"/>
              </a:lnSpc>
              <a:spcBef>
                <a:spcPts val="361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4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4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6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/>
          <p:nvPr/>
        </p:nvSpPr>
        <p:spPr>
          <a:xfrm>
            <a:off x="1016000" y="967776"/>
            <a:ext cx="14056360" cy="353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1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535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rs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92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ho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epa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1016000" y="6500738"/>
            <a:ext cx="6191250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rs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2893785" y="4861040"/>
            <a:ext cx="1428115" cy="913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 O</a:t>
            </a:r>
            <a:endParaRPr sz="5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3525751" y="5471357"/>
            <a:ext cx="22796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2893785" y="7784302"/>
            <a:ext cx="2032000" cy="95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6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5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5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3370238" y="7703192"/>
            <a:ext cx="226060" cy="42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</a:t>
            </a:r>
            <a:r>
              <a:rPr lang="en-US" sz="5100"/>
              <a:t>r</a:t>
            </a:r>
            <a:r>
              <a:rPr lang="en-US"/>
              <a:t>e Tag</a:t>
            </a:r>
            <a:endParaRPr sz="5100"/>
          </a:p>
        </p:txBody>
      </p:sp>
      <p:sp>
        <p:nvSpPr>
          <p:cNvPr id="267" name="Google Shape;267;p24"/>
          <p:cNvSpPr txBox="1"/>
          <p:nvPr/>
        </p:nvSpPr>
        <p:spPr>
          <a:xfrm>
            <a:off x="1016000" y="2153227"/>
            <a:ext cx="14989810" cy="499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igno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pace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49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Thi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3800" dirty="0">
              <a:latin typeface="Arial"/>
              <a:ea typeface="Arial"/>
              <a:cs typeface="Arial"/>
              <a:sym typeface="Arial"/>
            </a:endParaRPr>
          </a:p>
          <a:p>
            <a:pPr marL="909319" marR="11464925" lvl="0" indent="0" algn="l" rtl="0">
              <a:lnSpc>
                <a:spcPct val="1565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ample 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xt</a:t>
            </a:r>
            <a:r>
              <a:rPr lang="en-US" sz="40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625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15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&lt;mark&gt; And &lt;del&gt; </a:t>
            </a:r>
            <a:endParaRPr sz="5100" dirty="0"/>
          </a:p>
        </p:txBody>
      </p:sp>
      <p:sp>
        <p:nvSpPr>
          <p:cNvPr id="267" name="Google Shape;267;p24"/>
          <p:cNvSpPr txBox="1"/>
          <p:nvPr/>
        </p:nvSpPr>
        <p:spPr>
          <a:xfrm>
            <a:off x="1015998" y="2153227"/>
            <a:ext cx="20198081" cy="417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igno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pace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rtl="0">
              <a:lnSpc>
                <a:spcPct val="100000"/>
              </a:lnSpc>
              <a:spcBef>
                <a:spcPts val="249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 dirty="0">
                <a:solidFill>
                  <a:srgbClr val="FFFFFF"/>
                </a:solidFill>
              </a:rPr>
              <a:t>mark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&gt;mark</a:t>
            </a: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 dirty="0">
                <a:solidFill>
                  <a:srgbClr val="FFFFFF"/>
                </a:solidFill>
              </a:rPr>
              <a:t>mark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</a:p>
          <a:p>
            <a:pPr marL="12700" lvl="0">
              <a:spcBef>
                <a:spcPts val="2490"/>
              </a:spcBef>
            </a:pPr>
            <a:r>
              <a:rPr lang="en-US" sz="4400" dirty="0">
                <a:solidFill>
                  <a:srgbClr val="FFFFFF"/>
                </a:solidFill>
              </a:rPr>
              <a:t>&lt;</a:t>
            </a:r>
            <a:r>
              <a:rPr lang="en-US" sz="4000" dirty="0">
                <a:solidFill>
                  <a:srgbClr val="FFFFFF"/>
                </a:solidFill>
              </a:rPr>
              <a:t>del</a:t>
            </a:r>
            <a:r>
              <a:rPr lang="en-US" sz="4400" dirty="0">
                <a:solidFill>
                  <a:srgbClr val="FFFFFF"/>
                </a:solidFill>
              </a:rPr>
              <a:t>&gt; </a:t>
            </a:r>
            <a:r>
              <a:rPr lang="en-US" sz="4000" strike="sngStrike" dirty="0">
                <a:solidFill>
                  <a:schemeClr val="bg1"/>
                </a:solidFill>
              </a:rPr>
              <a:t>del</a:t>
            </a:r>
            <a:r>
              <a:rPr lang="en-US" sz="4000" dirty="0">
                <a:solidFill>
                  <a:schemeClr val="bg1"/>
                </a:solidFill>
              </a:rPr>
              <a:t>&lt;</a:t>
            </a:r>
            <a:r>
              <a:rPr lang="en-US" sz="4000" dirty="0">
                <a:solidFill>
                  <a:srgbClr val="FFFFFF"/>
                </a:solidFill>
              </a:rPr>
              <a:t>del</a:t>
            </a:r>
            <a:r>
              <a:rPr lang="en-US" sz="4400" dirty="0">
                <a:solidFill>
                  <a:srgbClr val="FFFFFF"/>
                </a:solidFill>
              </a:rPr>
              <a:t>&gt;</a:t>
            </a:r>
            <a:endParaRPr lang="en-US" sz="4400" dirty="0"/>
          </a:p>
          <a:p>
            <a:pPr marL="909319" marR="11464925" lvl="0" indent="0" rtl="0">
              <a:lnSpc>
                <a:spcPct val="156500"/>
              </a:lnSpc>
              <a:spcBef>
                <a:spcPts val="85"/>
              </a:spcBef>
              <a:spcAft>
                <a:spcPts val="0"/>
              </a:spcAft>
              <a:buNone/>
            </a:pP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64151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>
            <a:spLocks noGrp="1"/>
          </p:cNvSpPr>
          <p:nvPr>
            <p:ph type="title"/>
          </p:nvPr>
        </p:nvSpPr>
        <p:spPr>
          <a:xfrm>
            <a:off x="1448007" y="972052"/>
            <a:ext cx="4024629" cy="14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0">
                <a:solidFill>
                  <a:srgbClr val="FFFFFF"/>
                </a:solidFill>
              </a:rPr>
              <a:t>Le</a:t>
            </a:r>
            <a:r>
              <a:rPr lang="en-US" sz="9100">
                <a:solidFill>
                  <a:srgbClr val="FFFFFF"/>
                </a:solidFill>
              </a:rPr>
              <a:t>v</a:t>
            </a:r>
            <a:r>
              <a:rPr lang="en-US" sz="9300">
                <a:solidFill>
                  <a:srgbClr val="FFFFFF"/>
                </a:solidFill>
              </a:rPr>
              <a:t>el </a:t>
            </a:r>
            <a:r>
              <a:rPr lang="en-US" sz="9100"/>
              <a:t>3</a:t>
            </a:r>
            <a:endParaRPr sz="9100"/>
          </a:p>
        </p:txBody>
      </p:sp>
      <p:sp>
        <p:nvSpPr>
          <p:cNvPr id="274" name="Google Shape;274;p25"/>
          <p:cNvSpPr/>
          <p:nvPr/>
        </p:nvSpPr>
        <p:spPr>
          <a:xfrm>
            <a:off x="1028893" y="2895719"/>
            <a:ext cx="3648075" cy="1019175"/>
          </a:xfrm>
          <a:custGeom>
            <a:avLst/>
            <a:gdLst/>
            <a:ahLst/>
            <a:cxnLst/>
            <a:rect l="l" t="t" r="r" b="b"/>
            <a:pathLst>
              <a:path w="3648075" h="1019175" extrusionOk="0">
                <a:moveTo>
                  <a:pt x="3456378" y="1019174"/>
                </a:moveTo>
                <a:lnTo>
                  <a:pt x="191308" y="1019174"/>
                </a:lnTo>
                <a:lnTo>
                  <a:pt x="147519" y="1014089"/>
                </a:lnTo>
                <a:lnTo>
                  <a:pt x="107281" y="999609"/>
                </a:lnTo>
                <a:lnTo>
                  <a:pt x="71756" y="976901"/>
                </a:lnTo>
                <a:lnTo>
                  <a:pt x="42104" y="947130"/>
                </a:lnTo>
                <a:lnTo>
                  <a:pt x="19487" y="911463"/>
                </a:lnTo>
                <a:lnTo>
                  <a:pt x="5065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65" y="148110"/>
                </a:lnTo>
                <a:lnTo>
                  <a:pt x="19487" y="107711"/>
                </a:lnTo>
                <a:lnTo>
                  <a:pt x="42104" y="72043"/>
                </a:lnTo>
                <a:lnTo>
                  <a:pt x="71756" y="42273"/>
                </a:lnTo>
                <a:lnTo>
                  <a:pt x="107281" y="19565"/>
                </a:lnTo>
                <a:lnTo>
                  <a:pt x="147519" y="5085"/>
                </a:lnTo>
                <a:lnTo>
                  <a:pt x="191308" y="0"/>
                </a:lnTo>
                <a:lnTo>
                  <a:pt x="3456378" y="0"/>
                </a:lnTo>
                <a:lnTo>
                  <a:pt x="3500167" y="5085"/>
                </a:lnTo>
                <a:lnTo>
                  <a:pt x="3540405" y="19565"/>
                </a:lnTo>
                <a:lnTo>
                  <a:pt x="3575930" y="42273"/>
                </a:lnTo>
                <a:lnTo>
                  <a:pt x="3605582" y="72043"/>
                </a:lnTo>
                <a:lnTo>
                  <a:pt x="3628199" y="107711"/>
                </a:lnTo>
                <a:lnTo>
                  <a:pt x="3642621" y="148110"/>
                </a:lnTo>
                <a:lnTo>
                  <a:pt x="3647687" y="192075"/>
                </a:lnTo>
                <a:lnTo>
                  <a:pt x="3647687" y="827099"/>
                </a:lnTo>
                <a:lnTo>
                  <a:pt x="3642621" y="871064"/>
                </a:lnTo>
                <a:lnTo>
                  <a:pt x="3628199" y="911463"/>
                </a:lnTo>
                <a:lnTo>
                  <a:pt x="3605582" y="947130"/>
                </a:lnTo>
                <a:lnTo>
                  <a:pt x="3575930" y="976901"/>
                </a:lnTo>
                <a:lnTo>
                  <a:pt x="3540405" y="999609"/>
                </a:lnTo>
                <a:lnTo>
                  <a:pt x="3500167" y="1014089"/>
                </a:lnTo>
                <a:lnTo>
                  <a:pt x="3456378" y="1019174"/>
                </a:lnTo>
                <a:close/>
              </a:path>
            </a:pathLst>
          </a:custGeom>
          <a:solidFill>
            <a:srgbClr val="32BD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75" name="Google Shape;27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276" name="Google Shape;27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4686300"/>
            <a:ext cx="2895600" cy="245426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44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La</a:t>
            </a:r>
            <a:r>
              <a:rPr lang="en-US" sz="5100"/>
              <a:t>y</a:t>
            </a:r>
            <a:r>
              <a:rPr lang="en-US"/>
              <a:t>o</a:t>
            </a:r>
            <a:r>
              <a:rPr lang="en-US" sz="5100"/>
              <a:t>ut </a:t>
            </a:r>
            <a:r>
              <a:rPr lang="en-US"/>
              <a:t>Techniq</a:t>
            </a:r>
            <a:r>
              <a:rPr lang="en-US" sz="5100"/>
              <a:t>u</a:t>
            </a:r>
            <a:r>
              <a:rPr lang="en-US"/>
              <a:t>e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282" name="Google Shape;282;p26"/>
          <p:cNvSpPr txBox="1"/>
          <p:nvPr/>
        </p:nvSpPr>
        <p:spPr>
          <a:xfrm>
            <a:off x="1016000" y="2167554"/>
            <a:ext cx="7152640" cy="270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ing Seman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ic 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04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5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ing 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5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he Righ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5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3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graphicFrame>
        <p:nvGraphicFramePr>
          <p:cNvPr id="284" name="Google Shape;284;p26"/>
          <p:cNvGraphicFramePr/>
          <p:nvPr/>
        </p:nvGraphicFramePr>
        <p:xfrm>
          <a:off x="685800" y="4610100"/>
          <a:ext cx="12192000" cy="3845560"/>
        </p:xfrm>
        <a:graphic>
          <a:graphicData uri="http://schemas.openxmlformats.org/drawingml/2006/table">
            <a:tbl>
              <a:tblPr firstRow="1" bandRow="1">
                <a:noFill/>
                <a:tableStyleId>{8174B7D7-1F7A-452B-A2CB-66F41F02065C}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Semantic Tags</a:t>
                      </a:r>
                      <a:endParaRPr sz="3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Non-Semantic Tags</a:t>
                      </a:r>
                      <a:endParaRPr sz="36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50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&lt;header&gt;</a:t>
                      </a:r>
                      <a:endParaRPr sz="3600" dirty="0">
                        <a:solidFill>
                          <a:schemeClr val="lt1"/>
                        </a:solidFill>
                      </a:endParaRPr>
                    </a:p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2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&lt;main&gt;</a:t>
                      </a:r>
                      <a:endParaRPr sz="3600" dirty="0">
                        <a:solidFill>
                          <a:schemeClr val="lt1"/>
                        </a:solidFill>
                      </a:endParaRPr>
                    </a:p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2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&lt;footer&gt;</a:t>
                      </a:r>
                      <a:endParaRPr sz="3600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&lt;div&gt;</a:t>
                      </a:r>
                      <a:endParaRPr sz="3600" dirty="0">
                        <a:solidFill>
                          <a:schemeClr val="lt1"/>
                        </a:solidFill>
                      </a:endParaRPr>
                    </a:p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26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&lt;span&gt;</a:t>
                      </a:r>
                      <a:endParaRPr sz="3600" dirty="0">
                        <a:solidFill>
                          <a:schemeClr val="lt1"/>
                        </a:solidFill>
                      </a:endParaRPr>
                    </a:p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2625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</a:t>
            </a:r>
            <a:r>
              <a:rPr lang="en-US" sz="5100"/>
              <a:t>s</a:t>
            </a:r>
            <a:r>
              <a:rPr lang="en-US"/>
              <a:t>ide Main Tag</a:t>
            </a:r>
            <a:endParaRPr sz="5100"/>
          </a:p>
        </p:txBody>
      </p:sp>
      <p:sp>
        <p:nvSpPr>
          <p:cNvPr id="290" name="Google Shape;290;p27"/>
          <p:cNvSpPr txBox="1"/>
          <p:nvPr/>
        </p:nvSpPr>
        <p:spPr>
          <a:xfrm>
            <a:off x="1016000" y="2514537"/>
            <a:ext cx="9620250" cy="391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Sec</a:t>
            </a:r>
            <a:r>
              <a:rPr lang="en-US" sz="38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ion Tag	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on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 dirty="0">
              <a:latin typeface="Arial"/>
              <a:ea typeface="Arial"/>
              <a:cs typeface="Arial"/>
              <a:sym typeface="Arial"/>
            </a:endParaRPr>
          </a:p>
          <a:p>
            <a:pPr marL="121285" lvl="0" indent="0" algn="l" rtl="0">
              <a:lnSpc>
                <a:spcPct val="100000"/>
              </a:lnSpc>
              <a:spcBef>
                <a:spcPts val="3254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4450" dirty="0">
              <a:latin typeface="Arial"/>
              <a:ea typeface="Arial"/>
              <a:cs typeface="Arial"/>
              <a:sym typeface="Arial"/>
            </a:endParaRPr>
          </a:p>
          <a:p>
            <a:pPr marL="558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39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icle Tag	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icle on 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sz="3900" dirty="0">
              <a:latin typeface="Arial"/>
              <a:ea typeface="Arial"/>
              <a:cs typeface="Arial"/>
              <a:sym typeface="Arial"/>
            </a:endParaRPr>
          </a:p>
          <a:p>
            <a:pPr marL="164465" lvl="0" indent="0" algn="l" rtl="0">
              <a:lnSpc>
                <a:spcPct val="100000"/>
              </a:lnSpc>
              <a:spcBef>
                <a:spcPts val="3254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icle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1016000" y="7215802"/>
            <a:ext cx="231902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ide Tag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1124610" y="8222010"/>
            <a:ext cx="1904364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4200071" y="7200716"/>
            <a:ext cx="8549640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 main con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</a:t>
            </a:r>
            <a:r>
              <a:rPr lang="en-US" sz="5100"/>
              <a:t>v</a:t>
            </a:r>
            <a:r>
              <a:rPr lang="en-US"/>
              <a:t>i</a:t>
            </a:r>
            <a:r>
              <a:rPr lang="en-US" sz="5100"/>
              <a:t>s</a:t>
            </a:r>
            <a:r>
              <a:rPr lang="en-US"/>
              <a:t>i</a:t>
            </a:r>
            <a:r>
              <a:rPr lang="en-US" sz="5100"/>
              <a:t>t</a:t>
            </a:r>
            <a:r>
              <a:rPr lang="en-US"/>
              <a:t>ing Ancho</a:t>
            </a:r>
            <a:r>
              <a:rPr lang="en-US" sz="5100"/>
              <a:t>r </a:t>
            </a:r>
            <a:r>
              <a:rPr lang="en-US"/>
              <a:t>Tag</a:t>
            </a:r>
            <a:endParaRPr sz="5100"/>
          </a:p>
        </p:txBody>
      </p:sp>
      <p:sp>
        <p:nvSpPr>
          <p:cNvPr id="300" name="Google Shape;300;p28"/>
          <p:cNvSpPr txBox="1"/>
          <p:nvPr/>
        </p:nvSpPr>
        <p:spPr>
          <a:xfrm>
            <a:off x="1016000" y="2587092"/>
            <a:ext cx="14511655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://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ge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="_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Google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8442315" y="4459053"/>
            <a:ext cx="206883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 t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28"/>
          <p:cNvGrpSpPr/>
          <p:nvPr/>
        </p:nvGrpSpPr>
        <p:grpSpPr>
          <a:xfrm>
            <a:off x="9245402" y="3529121"/>
            <a:ext cx="142875" cy="791055"/>
            <a:chOff x="9245402" y="3529121"/>
            <a:chExt cx="142875" cy="791055"/>
          </a:xfrm>
        </p:grpSpPr>
        <p:sp>
          <p:nvSpPr>
            <p:cNvPr id="303" name="Google Shape;303;p28"/>
            <p:cNvSpPr/>
            <p:nvPr/>
          </p:nvSpPr>
          <p:spPr>
            <a:xfrm>
              <a:off x="9316839" y="3541031"/>
              <a:ext cx="0" cy="779145"/>
            </a:xfrm>
            <a:custGeom>
              <a:avLst/>
              <a:gdLst/>
              <a:ahLst/>
              <a:cxnLst/>
              <a:rect l="l" t="t" r="r" b="b"/>
              <a:pathLst>
                <a:path w="120000" h="779145" extrusionOk="0">
                  <a:moveTo>
                    <a:pt x="0" y="778731"/>
                  </a:moveTo>
                  <a:lnTo>
                    <a:pt x="0" y="0"/>
                  </a:lnTo>
                </a:path>
              </a:pathLst>
            </a:custGeom>
            <a:noFill/>
            <a:ln w="476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9245402" y="3529121"/>
              <a:ext cx="142875" cy="95885"/>
            </a:xfrm>
            <a:custGeom>
              <a:avLst/>
              <a:gdLst/>
              <a:ahLst/>
              <a:cxnLst/>
              <a:rect l="l" t="t" r="r" b="b"/>
              <a:pathLst>
                <a:path w="142875" h="95885" extrusionOk="0">
                  <a:moveTo>
                    <a:pt x="0" y="95317"/>
                  </a:moveTo>
                  <a:lnTo>
                    <a:pt x="71437" y="0"/>
                  </a:lnTo>
                  <a:lnTo>
                    <a:pt x="142874" y="95317"/>
                  </a:lnTo>
                </a:path>
              </a:pathLst>
            </a:custGeom>
            <a:noFill/>
            <a:ln w="476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05" name="Google Shape;305;p28"/>
          <p:cNvSpPr txBox="1"/>
          <p:nvPr/>
        </p:nvSpPr>
        <p:spPr>
          <a:xfrm>
            <a:off x="1016000" y="6676037"/>
            <a:ext cx="12997815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://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 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img 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sr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"&gt;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8"/>
          <p:cNvSpPr txBox="1"/>
          <p:nvPr/>
        </p:nvSpPr>
        <p:spPr>
          <a:xfrm>
            <a:off x="8821400" y="8568414"/>
            <a:ext cx="2268855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clickable pic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9949570" y="7629977"/>
            <a:ext cx="0" cy="779145"/>
          </a:xfrm>
          <a:custGeom>
            <a:avLst/>
            <a:gdLst/>
            <a:ahLst/>
            <a:cxnLst/>
            <a:rect l="l" t="t" r="r" b="b"/>
            <a:pathLst>
              <a:path w="120000" h="779145" extrusionOk="0">
                <a:moveTo>
                  <a:pt x="0" y="778731"/>
                </a:moveTo>
                <a:lnTo>
                  <a:pt x="0" y="0"/>
                </a:lnTo>
              </a:path>
            </a:pathLst>
          </a:custGeom>
          <a:noFill/>
          <a:ln w="476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8" name="Google Shape;308;p28"/>
          <p:cNvSpPr/>
          <p:nvPr/>
        </p:nvSpPr>
        <p:spPr>
          <a:xfrm>
            <a:off x="9878133" y="7618066"/>
            <a:ext cx="142875" cy="95885"/>
          </a:xfrm>
          <a:custGeom>
            <a:avLst/>
            <a:gdLst/>
            <a:ahLst/>
            <a:cxnLst/>
            <a:rect l="l" t="t" r="r" b="b"/>
            <a:pathLst>
              <a:path w="142875" h="95884" extrusionOk="0">
                <a:moveTo>
                  <a:pt x="0" y="95317"/>
                </a:moveTo>
                <a:lnTo>
                  <a:pt x="71437" y="0"/>
                </a:lnTo>
                <a:lnTo>
                  <a:pt x="142874" y="95317"/>
                </a:lnTo>
              </a:path>
            </a:pathLst>
          </a:custGeom>
          <a:noFill/>
          <a:ln w="476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09" name="Google Shape;30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</a:t>
            </a:r>
            <a:r>
              <a:rPr lang="en-US" sz="5100"/>
              <a:t>v</a:t>
            </a:r>
            <a:r>
              <a:rPr lang="en-US"/>
              <a:t>i</a:t>
            </a:r>
            <a:r>
              <a:rPr lang="en-US" sz="5100"/>
              <a:t>s</a:t>
            </a:r>
            <a:r>
              <a:rPr lang="en-US"/>
              <a:t>i</a:t>
            </a:r>
            <a:r>
              <a:rPr lang="en-US" sz="5100"/>
              <a:t>t</a:t>
            </a:r>
            <a:r>
              <a:rPr lang="en-US"/>
              <a:t>ing Image Tag</a:t>
            </a:r>
            <a:endParaRPr sz="5100"/>
          </a:p>
        </p:txBody>
      </p:sp>
      <p:grpSp>
        <p:nvGrpSpPr>
          <p:cNvPr id="315" name="Google Shape;315;p29"/>
          <p:cNvGrpSpPr/>
          <p:nvPr/>
        </p:nvGrpSpPr>
        <p:grpSpPr>
          <a:xfrm>
            <a:off x="6551187" y="3529118"/>
            <a:ext cx="142875" cy="791056"/>
            <a:chOff x="6551187" y="3529118"/>
            <a:chExt cx="142875" cy="791056"/>
          </a:xfrm>
        </p:grpSpPr>
        <p:sp>
          <p:nvSpPr>
            <p:cNvPr id="316" name="Google Shape;316;p29"/>
            <p:cNvSpPr/>
            <p:nvPr/>
          </p:nvSpPr>
          <p:spPr>
            <a:xfrm>
              <a:off x="6622625" y="3541029"/>
              <a:ext cx="0" cy="779145"/>
            </a:xfrm>
            <a:custGeom>
              <a:avLst/>
              <a:gdLst/>
              <a:ahLst/>
              <a:cxnLst/>
              <a:rect l="l" t="t" r="r" b="b"/>
              <a:pathLst>
                <a:path w="120000" h="779145" extrusionOk="0">
                  <a:moveTo>
                    <a:pt x="0" y="778731"/>
                  </a:moveTo>
                  <a:lnTo>
                    <a:pt x="0" y="0"/>
                  </a:lnTo>
                </a:path>
              </a:pathLst>
            </a:custGeom>
            <a:noFill/>
            <a:ln w="476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6551187" y="3529118"/>
              <a:ext cx="142875" cy="95885"/>
            </a:xfrm>
            <a:custGeom>
              <a:avLst/>
              <a:gdLst/>
              <a:ahLst/>
              <a:cxnLst/>
              <a:rect l="l" t="t" r="r" b="b"/>
              <a:pathLst>
                <a:path w="142875" h="95885" extrusionOk="0">
                  <a:moveTo>
                    <a:pt x="0" y="95317"/>
                  </a:moveTo>
                  <a:lnTo>
                    <a:pt x="71437" y="0"/>
                  </a:lnTo>
                  <a:lnTo>
                    <a:pt x="142874" y="95317"/>
                  </a:lnTo>
                </a:path>
              </a:pathLst>
            </a:custGeom>
            <a:noFill/>
            <a:ln w="476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18" name="Google Shape;318;p29"/>
          <p:cNvSpPr txBox="1"/>
          <p:nvPr/>
        </p:nvSpPr>
        <p:spPr>
          <a:xfrm>
            <a:off x="5656253" y="7920860"/>
            <a:ext cx="167513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w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29"/>
          <p:cNvGrpSpPr/>
          <p:nvPr/>
        </p:nvGrpSpPr>
        <p:grpSpPr>
          <a:xfrm>
            <a:off x="6503562" y="6874060"/>
            <a:ext cx="142875" cy="791055"/>
            <a:chOff x="6503562" y="6874060"/>
            <a:chExt cx="142875" cy="791055"/>
          </a:xfrm>
        </p:grpSpPr>
        <p:sp>
          <p:nvSpPr>
            <p:cNvPr id="320" name="Google Shape;320;p29"/>
            <p:cNvSpPr/>
            <p:nvPr/>
          </p:nvSpPr>
          <p:spPr>
            <a:xfrm>
              <a:off x="6574999" y="6885970"/>
              <a:ext cx="0" cy="779145"/>
            </a:xfrm>
            <a:custGeom>
              <a:avLst/>
              <a:gdLst/>
              <a:ahLst/>
              <a:cxnLst/>
              <a:rect l="l" t="t" r="r" b="b"/>
              <a:pathLst>
                <a:path w="120000" h="779145" extrusionOk="0">
                  <a:moveTo>
                    <a:pt x="0" y="778731"/>
                  </a:moveTo>
                  <a:lnTo>
                    <a:pt x="0" y="0"/>
                  </a:lnTo>
                </a:path>
              </a:pathLst>
            </a:custGeom>
            <a:noFill/>
            <a:ln w="476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6503562" y="6874060"/>
              <a:ext cx="142875" cy="95885"/>
            </a:xfrm>
            <a:custGeom>
              <a:avLst/>
              <a:gdLst/>
              <a:ahLst/>
              <a:cxnLst/>
              <a:rect l="l" t="t" r="r" b="b"/>
              <a:pathLst>
                <a:path w="142875" h="95884" extrusionOk="0">
                  <a:moveTo>
                    <a:pt x="0" y="95317"/>
                  </a:moveTo>
                  <a:lnTo>
                    <a:pt x="71437" y="0"/>
                  </a:lnTo>
                  <a:lnTo>
                    <a:pt x="142874" y="95317"/>
                  </a:lnTo>
                </a:path>
              </a:pathLst>
            </a:custGeom>
            <a:noFill/>
            <a:ln w="476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22" name="Google Shape;322;p29"/>
          <p:cNvSpPr txBox="1"/>
          <p:nvPr/>
        </p:nvSpPr>
        <p:spPr>
          <a:xfrm>
            <a:off x="1365251" y="2592488"/>
            <a:ext cx="7358380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img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heigh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1512834" y="4459053"/>
            <a:ext cx="7189470" cy="21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42475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heigh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43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img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40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lang="en-US" sz="39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80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</a:t>
            </a:r>
            <a:r>
              <a:rPr lang="en-US" sz="5100"/>
              <a:t>v </a:t>
            </a:r>
            <a:r>
              <a:rPr lang="en-US"/>
              <a:t>Tag</a:t>
            </a:r>
            <a:endParaRPr sz="5100"/>
          </a:p>
        </p:txBody>
      </p:sp>
      <p:sp>
        <p:nvSpPr>
          <p:cNvPr id="330" name="Google Shape;330;p30"/>
          <p:cNvSpPr txBox="1"/>
          <p:nvPr/>
        </p:nvSpPr>
        <p:spPr>
          <a:xfrm>
            <a:off x="1090094" y="2205405"/>
            <a:ext cx="11436350" cy="189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aine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elemen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45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Block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Elemen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ake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016" y="967762"/>
            <a:ext cx="16183967" cy="800219"/>
          </a:xfrm>
        </p:spPr>
        <p:txBody>
          <a:bodyPr/>
          <a:lstStyle/>
          <a:p>
            <a:r>
              <a:rPr lang="en-US" dirty="0"/>
              <a:t>Download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2478206"/>
            <a:ext cx="11146155" cy="1200329"/>
          </a:xfrm>
        </p:spPr>
        <p:txBody>
          <a:bodyPr/>
          <a:lstStyle/>
          <a:p>
            <a:r>
              <a:rPr lang="en-US" dirty="0"/>
              <a:t>  &lt;a </a:t>
            </a:r>
            <a:r>
              <a:rPr lang="en-US" dirty="0" err="1"/>
              <a:t>href</a:t>
            </a:r>
            <a:r>
              <a:rPr lang="en-US" dirty="0"/>
              <a:t>="IOT.docx" &gt; Download&lt;/a&gt;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57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016" y="967762"/>
            <a:ext cx="16183967" cy="800219"/>
          </a:xfrm>
        </p:spPr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abbr</a:t>
            </a:r>
            <a:r>
              <a:rPr lang="en-US" dirty="0"/>
              <a:t>&gt; &amp; &lt;</a:t>
            </a:r>
            <a:r>
              <a:rPr lang="en-US" dirty="0" err="1"/>
              <a:t>kbd</a:t>
            </a:r>
            <a:r>
              <a:rPr lang="en-US" dirty="0"/>
              <a:t>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53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/>
        </p:nvSpPr>
        <p:spPr>
          <a:xfrm>
            <a:off x="1016000" y="1940085"/>
            <a:ext cx="2874010" cy="731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ss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icle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blockq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>
            <a:spLocks noGrp="1"/>
          </p:cNvSpPr>
          <p:nvPr>
            <p:ph type="title"/>
          </p:nvPr>
        </p:nvSpPr>
        <p:spPr>
          <a:xfrm>
            <a:off x="1024185" y="967759"/>
            <a:ext cx="4382770" cy="84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</a:t>
            </a:r>
            <a:r>
              <a:rPr lang="en-US" sz="5100"/>
              <a:t>st </a:t>
            </a:r>
            <a:r>
              <a:rPr lang="en-US" sz="5350"/>
              <a:t>: </a:t>
            </a:r>
            <a:r>
              <a:rPr lang="en-US"/>
              <a:t>Di</a:t>
            </a:r>
            <a:r>
              <a:rPr lang="en-US" sz="5100"/>
              <a:t>v </a:t>
            </a:r>
            <a:r>
              <a:rPr lang="en-US"/>
              <a:t>Tag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338" name="Google Shape;338;p31"/>
          <p:cNvSpPr txBox="1"/>
          <p:nvPr/>
        </p:nvSpPr>
        <p:spPr>
          <a:xfrm>
            <a:off x="6824888" y="1742215"/>
            <a:ext cx="2604770" cy="812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figcap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fig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&gt;-&lt;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12894833" y="1742215"/>
            <a:ext cx="2246630" cy="812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ideo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Span Tag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119711" y="2205411"/>
            <a:ext cx="12941935" cy="189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Span 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 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aine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elemen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45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Inline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Elemen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ake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w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 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/>
        </p:nvSpPr>
        <p:spPr>
          <a:xfrm>
            <a:off x="1044128" y="967765"/>
            <a:ext cx="4935220" cy="8256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st </a:t>
            </a:r>
            <a:r>
              <a:rPr lang="en-US" sz="535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Span Tag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510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3229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abb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bdo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big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41605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"/>
          <p:cNvSpPr txBox="1">
            <a:spLocks noGrp="1"/>
          </p:cNvSpPr>
          <p:nvPr>
            <p:ph type="title"/>
          </p:nvPr>
        </p:nvSpPr>
        <p:spPr>
          <a:xfrm>
            <a:off x="7163504" y="377533"/>
            <a:ext cx="155384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</a:rPr>
              <a:t>&lt;</a:t>
            </a:r>
            <a:r>
              <a:rPr lang="en-US" sz="3350">
                <a:solidFill>
                  <a:srgbClr val="FFFFFF"/>
                </a:solidFill>
              </a:rPr>
              <a:t>code</a:t>
            </a:r>
            <a:r>
              <a:rPr lang="en-US" sz="3450">
                <a:solidFill>
                  <a:srgbClr val="FFFFFF"/>
                </a:solidFill>
              </a:rPr>
              <a:t>&gt;</a:t>
            </a:r>
            <a:endParaRPr sz="3450"/>
          </a:p>
        </p:txBody>
      </p:sp>
      <p:sp>
        <p:nvSpPr>
          <p:cNvPr id="354" name="Google Shape;354;p33"/>
          <p:cNvSpPr txBox="1"/>
          <p:nvPr/>
        </p:nvSpPr>
        <p:spPr>
          <a:xfrm>
            <a:off x="7163504" y="903670"/>
            <a:ext cx="1844039" cy="812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dfn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img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kbd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7163504" y="9283407"/>
            <a:ext cx="121983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12825638" y="246481"/>
            <a:ext cx="2276475" cy="9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6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amp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ong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>
            <a:spLocks noGrp="1"/>
          </p:cNvSpPr>
          <p:nvPr>
            <p:ph type="title"/>
          </p:nvPr>
        </p:nvSpPr>
        <p:spPr>
          <a:xfrm>
            <a:off x="1112895" y="1126634"/>
            <a:ext cx="4770120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rgbClr val="FFFFFF"/>
                </a:solidFill>
              </a:rPr>
              <a:t>Le</a:t>
            </a:r>
            <a:r>
              <a:rPr lang="en-US" sz="8300">
                <a:solidFill>
                  <a:srgbClr val="FFFFFF"/>
                </a:solidFill>
              </a:rPr>
              <a:t>v</a:t>
            </a:r>
            <a:r>
              <a:rPr lang="en-US" sz="8500">
                <a:solidFill>
                  <a:srgbClr val="FFFFFF"/>
                </a:solidFill>
              </a:rPr>
              <a:t>el </a:t>
            </a:r>
            <a:r>
              <a:rPr lang="en-US" sz="8500"/>
              <a:t>P</a:t>
            </a:r>
            <a:r>
              <a:rPr lang="en-US" sz="8300"/>
              <a:t>r</a:t>
            </a:r>
            <a:r>
              <a:rPr lang="en-US" sz="8500"/>
              <a:t>o</a:t>
            </a:r>
            <a:endParaRPr sz="8500"/>
          </a:p>
        </p:txBody>
      </p:sp>
      <p:sp>
        <p:nvSpPr>
          <p:cNvPr id="363" name="Google Shape;363;p34"/>
          <p:cNvSpPr/>
          <p:nvPr/>
        </p:nvSpPr>
        <p:spPr>
          <a:xfrm>
            <a:off x="1028909" y="2895718"/>
            <a:ext cx="4867275" cy="1019175"/>
          </a:xfrm>
          <a:custGeom>
            <a:avLst/>
            <a:gdLst/>
            <a:ahLst/>
            <a:cxnLst/>
            <a:rect l="l" t="t" r="r" b="b"/>
            <a:pathLst>
              <a:path w="4867275" h="1019175" extrusionOk="0">
                <a:moveTo>
                  <a:pt x="4675419" y="1019174"/>
                </a:moveTo>
                <a:lnTo>
                  <a:pt x="191437" y="1019174"/>
                </a:lnTo>
                <a:lnTo>
                  <a:pt x="147618" y="1014089"/>
                </a:lnTo>
                <a:lnTo>
                  <a:pt x="107353" y="999609"/>
                </a:lnTo>
                <a:lnTo>
                  <a:pt x="71804" y="976901"/>
                </a:lnTo>
                <a:lnTo>
                  <a:pt x="42132" y="947130"/>
                </a:lnTo>
                <a:lnTo>
                  <a:pt x="19500" y="911463"/>
                </a:lnTo>
                <a:lnTo>
                  <a:pt x="5068" y="871064"/>
                </a:lnTo>
                <a:lnTo>
                  <a:pt x="0" y="827099"/>
                </a:lnTo>
                <a:lnTo>
                  <a:pt x="0" y="192075"/>
                </a:lnTo>
                <a:lnTo>
                  <a:pt x="5068" y="148110"/>
                </a:lnTo>
                <a:lnTo>
                  <a:pt x="19500" y="107711"/>
                </a:lnTo>
                <a:lnTo>
                  <a:pt x="42132" y="72043"/>
                </a:lnTo>
                <a:lnTo>
                  <a:pt x="71804" y="42273"/>
                </a:lnTo>
                <a:lnTo>
                  <a:pt x="107353" y="19565"/>
                </a:lnTo>
                <a:lnTo>
                  <a:pt x="147618" y="5085"/>
                </a:lnTo>
                <a:lnTo>
                  <a:pt x="191437" y="0"/>
                </a:lnTo>
                <a:lnTo>
                  <a:pt x="4675419" y="0"/>
                </a:lnTo>
                <a:lnTo>
                  <a:pt x="4719237" y="5085"/>
                </a:lnTo>
                <a:lnTo>
                  <a:pt x="4759502" y="19565"/>
                </a:lnTo>
                <a:lnTo>
                  <a:pt x="4795051" y="42273"/>
                </a:lnTo>
                <a:lnTo>
                  <a:pt x="4824723" y="72043"/>
                </a:lnTo>
                <a:lnTo>
                  <a:pt x="4847356" y="107711"/>
                </a:lnTo>
                <a:lnTo>
                  <a:pt x="4861788" y="148110"/>
                </a:lnTo>
                <a:lnTo>
                  <a:pt x="4866856" y="192075"/>
                </a:lnTo>
                <a:lnTo>
                  <a:pt x="4866856" y="827099"/>
                </a:lnTo>
                <a:lnTo>
                  <a:pt x="4861788" y="871064"/>
                </a:lnTo>
                <a:lnTo>
                  <a:pt x="4847356" y="911463"/>
                </a:lnTo>
                <a:lnTo>
                  <a:pt x="4824723" y="947130"/>
                </a:lnTo>
                <a:lnTo>
                  <a:pt x="4795051" y="976901"/>
                </a:lnTo>
                <a:lnTo>
                  <a:pt x="4759502" y="999609"/>
                </a:lnTo>
                <a:lnTo>
                  <a:pt x="4719237" y="1014089"/>
                </a:lnTo>
                <a:lnTo>
                  <a:pt x="4675419" y="1019174"/>
                </a:lnTo>
                <a:close/>
              </a:path>
            </a:pathLst>
          </a:custGeom>
          <a:solidFill>
            <a:srgbClr val="32BD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64" name="Google Shape;3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365" name="Google Shape;36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4686300"/>
            <a:ext cx="2895600" cy="245426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</a:t>
            </a:r>
            <a:r>
              <a:rPr lang="en-US" sz="5100"/>
              <a:t>st </a:t>
            </a:r>
            <a:r>
              <a:rPr lang="en-US"/>
              <a:t>in HTML</a:t>
            </a:r>
            <a:endParaRPr sz="5100"/>
          </a:p>
        </p:txBody>
      </p:sp>
      <p:sp>
        <p:nvSpPr>
          <p:cNvPr id="371" name="Google Shape;371;p35"/>
          <p:cNvSpPr txBox="1"/>
          <p:nvPr/>
        </p:nvSpPr>
        <p:spPr>
          <a:xfrm>
            <a:off x="1098726" y="2191080"/>
            <a:ext cx="10419080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ep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eal life li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35"/>
          <p:cNvGrpSpPr/>
          <p:nvPr/>
        </p:nvGrpSpPr>
        <p:grpSpPr>
          <a:xfrm>
            <a:off x="2798893" y="3112984"/>
            <a:ext cx="983754" cy="983926"/>
            <a:chOff x="2798893" y="3112984"/>
            <a:chExt cx="983754" cy="983926"/>
          </a:xfrm>
        </p:grpSpPr>
        <p:sp>
          <p:nvSpPr>
            <p:cNvPr id="373" name="Google Shape;373;p35"/>
            <p:cNvSpPr/>
            <p:nvPr/>
          </p:nvSpPr>
          <p:spPr>
            <a:xfrm>
              <a:off x="2807287" y="3112984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 extrusionOk="0">
                  <a:moveTo>
                    <a:pt x="975079" y="0"/>
                  </a:moveTo>
                  <a:lnTo>
                    <a:pt x="0" y="975079"/>
                  </a:lnTo>
                </a:path>
              </a:pathLst>
            </a:custGeom>
            <a:noFill/>
            <a:ln w="475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2798893" y="397880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 extrusionOk="0">
                  <a:moveTo>
                    <a:pt x="117664" y="101027"/>
                  </a:moveTo>
                  <a:lnTo>
                    <a:pt x="0" y="117664"/>
                  </a:lnTo>
                  <a:lnTo>
                    <a:pt x="16636" y="0"/>
                  </a:lnTo>
                </a:path>
              </a:pathLst>
            </a:custGeom>
            <a:noFill/>
            <a:ln w="475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7068670" y="3112972"/>
            <a:ext cx="838783" cy="1000745"/>
            <a:chOff x="7068670" y="3112972"/>
            <a:chExt cx="838783" cy="1000745"/>
          </a:xfrm>
        </p:grpSpPr>
        <p:sp>
          <p:nvSpPr>
            <p:cNvPr id="376" name="Google Shape;376;p35"/>
            <p:cNvSpPr/>
            <p:nvPr/>
          </p:nvSpPr>
          <p:spPr>
            <a:xfrm>
              <a:off x="7068670" y="3112972"/>
              <a:ext cx="831215" cy="991235"/>
            </a:xfrm>
            <a:custGeom>
              <a:avLst/>
              <a:gdLst/>
              <a:ahLst/>
              <a:cxnLst/>
              <a:rect l="l" t="t" r="r" b="b"/>
              <a:pathLst>
                <a:path w="831215" h="991235" extrusionOk="0">
                  <a:moveTo>
                    <a:pt x="0" y="0"/>
                  </a:moveTo>
                  <a:lnTo>
                    <a:pt x="830772" y="991020"/>
                  </a:lnTo>
                </a:path>
              </a:pathLst>
            </a:custGeom>
            <a:noFill/>
            <a:ln w="47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7791248" y="3994337"/>
              <a:ext cx="116205" cy="119380"/>
            </a:xfrm>
            <a:custGeom>
              <a:avLst/>
              <a:gdLst/>
              <a:ahLst/>
              <a:cxnLst/>
              <a:rect l="l" t="t" r="r" b="b"/>
              <a:pathLst>
                <a:path w="116204" h="119379" extrusionOk="0">
                  <a:moveTo>
                    <a:pt x="109491" y="0"/>
                  </a:moveTo>
                  <a:lnTo>
                    <a:pt x="115829" y="118759"/>
                  </a:lnTo>
                  <a:lnTo>
                    <a:pt x="0" y="91786"/>
                  </a:lnTo>
                </a:path>
              </a:pathLst>
            </a:custGeom>
            <a:noFill/>
            <a:ln w="47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78" name="Google Shape;378;p35"/>
          <p:cNvSpPr txBox="1"/>
          <p:nvPr/>
        </p:nvSpPr>
        <p:spPr>
          <a:xfrm>
            <a:off x="1090541" y="4334922"/>
            <a:ext cx="251587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5"/>
          <p:cNvSpPr txBox="1"/>
          <p:nvPr/>
        </p:nvSpPr>
        <p:spPr>
          <a:xfrm>
            <a:off x="7374066" y="4334922"/>
            <a:ext cx="191008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5"/>
          <p:cNvSpPr txBox="1"/>
          <p:nvPr/>
        </p:nvSpPr>
        <p:spPr>
          <a:xfrm>
            <a:off x="1128896" y="5418621"/>
            <a:ext cx="966469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5"/>
          <p:cNvSpPr txBox="1"/>
          <p:nvPr/>
        </p:nvSpPr>
        <p:spPr>
          <a:xfrm>
            <a:off x="1157322" y="8180871"/>
            <a:ext cx="117475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5"/>
          <p:cNvSpPr txBox="1"/>
          <p:nvPr/>
        </p:nvSpPr>
        <p:spPr>
          <a:xfrm>
            <a:off x="1401382" y="6262262"/>
            <a:ext cx="324040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Apple </a:t>
            </a:r>
            <a:r>
              <a:rPr lang="en-US" sz="34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5"/>
          <p:cNvSpPr txBox="1"/>
          <p:nvPr/>
        </p:nvSpPr>
        <p:spPr>
          <a:xfrm>
            <a:off x="1355096" y="7187545"/>
            <a:ext cx="343535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Mango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7302244" y="5418621"/>
            <a:ext cx="95758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5"/>
          <p:cNvSpPr txBox="1"/>
          <p:nvPr/>
        </p:nvSpPr>
        <p:spPr>
          <a:xfrm>
            <a:off x="7330670" y="8180871"/>
            <a:ext cx="116649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7570263" y="6262262"/>
            <a:ext cx="324040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Apple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5"/>
          <p:cNvSpPr txBox="1"/>
          <p:nvPr/>
        </p:nvSpPr>
        <p:spPr>
          <a:xfrm>
            <a:off x="7523977" y="7187545"/>
            <a:ext cx="343535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Mango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52016" y="967762"/>
            <a:ext cx="16183967" cy="800219"/>
          </a:xfrm>
        </p:spPr>
        <p:txBody>
          <a:bodyPr/>
          <a:lstStyle/>
          <a:p>
            <a:r>
              <a:rPr lang="en-US" dirty="0" err="1"/>
              <a:t>Navbar</a:t>
            </a:r>
            <a:r>
              <a:rPr lang="en-US" dirty="0"/>
              <a:t> using list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61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869940"/>
            <a:ext cx="16183967" cy="800219"/>
          </a:xfrm>
        </p:spPr>
        <p:txBody>
          <a:bodyPr/>
          <a:lstStyle/>
          <a:p>
            <a:r>
              <a:rPr lang="en-US" dirty="0"/>
              <a:t>&lt;INPUT&gt;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1291897"/>
            <a:ext cx="5282215" cy="89562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type="button"&gt;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type="checkbox"&gt;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type="color"&gt;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type="date"&gt;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-local"&gt;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type="email"&gt;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type="file"&gt;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type="hidden"&gt;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type="image"&gt;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type="month"&gt;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type="number"&gt;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type="password"&gt;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type="radio"&gt;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type="range"&gt;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type="reset"&gt;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type="search"&gt;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type="submit"&gt;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type="text"&gt;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type="time"&gt;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&lt;input type="week"&gt;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96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2478206"/>
            <a:ext cx="11146155" cy="5401479"/>
          </a:xfrm>
        </p:spPr>
        <p:txBody>
          <a:bodyPr/>
          <a:lstStyle/>
          <a:p>
            <a:r>
              <a:rPr lang="sv-SE" dirty="0"/>
              <a:t>&lt;span&gt;&amp;#128512&lt;/span&gt;</a:t>
            </a:r>
          </a:p>
          <a:p>
            <a:r>
              <a:rPr lang="sv-SE" dirty="0"/>
              <a:t>    &lt;span&gt;&amp;#128513&lt;/span&gt;</a:t>
            </a:r>
          </a:p>
          <a:p>
            <a:r>
              <a:rPr lang="sv-SE" dirty="0"/>
              <a:t>    &lt;span&gt;&amp;#128514&lt;/span&gt;</a:t>
            </a:r>
          </a:p>
          <a:p>
            <a:r>
              <a:rPr lang="sv-SE" dirty="0"/>
              <a:t>    &lt;span&gt;&amp;#128515&lt;/span&gt;</a:t>
            </a:r>
          </a:p>
          <a:p>
            <a:r>
              <a:rPr lang="sv-SE" dirty="0"/>
              <a:t>    &lt;span&gt;&amp;#128516&lt;/span&gt;</a:t>
            </a:r>
          </a:p>
          <a:p>
            <a:r>
              <a:rPr lang="sv-SE" dirty="0"/>
              <a:t>    &lt;span&gt;&amp;#128517&lt;/span&gt;</a:t>
            </a:r>
          </a:p>
          <a:p>
            <a:r>
              <a:rPr lang="sv-SE" dirty="0"/>
              <a:t>    &lt;span&gt;&amp;#128525&lt;/span&gt;</a:t>
            </a:r>
          </a:p>
          <a:p>
            <a:r>
              <a:rPr lang="sv-SE" dirty="0"/>
              <a:t>    &lt;span&gt;&amp;#128151&lt;/span&gt;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858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2478206"/>
            <a:ext cx="11146155" cy="4201150"/>
          </a:xfrm>
        </p:spPr>
        <p:txBody>
          <a:bodyPr/>
          <a:lstStyle/>
          <a:p>
            <a:r>
              <a:rPr lang="sv-SE" dirty="0"/>
              <a:t>    &lt;span&gt;&amp;uarr;&lt;/span&gt;</a:t>
            </a:r>
          </a:p>
          <a:p>
            <a:r>
              <a:rPr lang="sv-SE" dirty="0"/>
              <a:t>    &lt;span&gt;&amp;darr;&lt;/span&gt;</a:t>
            </a:r>
          </a:p>
          <a:p>
            <a:r>
              <a:rPr lang="sv-SE" dirty="0"/>
              <a:t>    &lt;span&gt;&amp;rarr;&lt;/span&gt;</a:t>
            </a:r>
          </a:p>
          <a:p>
            <a:r>
              <a:rPr lang="sv-SE" dirty="0"/>
              <a:t>    &lt;span&gt;&amp;larr;&lt;/span&gt;</a:t>
            </a:r>
          </a:p>
          <a:p>
            <a:r>
              <a:rPr lang="sv-SE" dirty="0"/>
              <a:t>    &lt;span&gt;&amp;hearts;&lt;/span&gt;</a:t>
            </a:r>
          </a:p>
          <a:p>
            <a:endParaRPr lang="sv-S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971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</a:t>
            </a:r>
            <a:r>
              <a:rPr lang="en-US" sz="5100"/>
              <a:t>s </a:t>
            </a:r>
            <a:r>
              <a:rPr lang="en-US"/>
              <a:t>in HTML</a:t>
            </a:r>
            <a:endParaRPr sz="5100"/>
          </a:p>
        </p:txBody>
      </p:sp>
      <p:sp>
        <p:nvSpPr>
          <p:cNvPr id="394" name="Google Shape;394;p36"/>
          <p:cNvSpPr txBox="1"/>
          <p:nvPr/>
        </p:nvSpPr>
        <p:spPr>
          <a:xfrm>
            <a:off x="1081016" y="2191080"/>
            <a:ext cx="11372850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ep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eal life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 da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6"/>
          <p:cNvSpPr txBox="1"/>
          <p:nvPr/>
        </p:nvSpPr>
        <p:spPr>
          <a:xfrm>
            <a:off x="3008212" y="3313170"/>
            <a:ext cx="5082540" cy="5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3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1134445" y="2929899"/>
            <a:ext cx="1171575" cy="188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2725" rIns="0" bIns="0" anchor="t" anchorCtr="0">
            <a:spAutoFit/>
          </a:bodyPr>
          <a:lstStyle/>
          <a:p>
            <a:pPr marL="590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3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6"/>
          <p:cNvSpPr txBox="1"/>
          <p:nvPr/>
        </p:nvSpPr>
        <p:spPr>
          <a:xfrm>
            <a:off x="1134743" y="5236116"/>
            <a:ext cx="1170940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6"/>
          <p:cNvSpPr txBox="1"/>
          <p:nvPr/>
        </p:nvSpPr>
        <p:spPr>
          <a:xfrm>
            <a:off x="2977851" y="4288530"/>
            <a:ext cx="5225415" cy="5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 da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2996306" y="5346996"/>
            <a:ext cx="5739130" cy="5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di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 heade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32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/>
          <p:nvPr/>
        </p:nvSpPr>
        <p:spPr>
          <a:xfrm>
            <a:off x="10137483" y="735342"/>
            <a:ext cx="6078855" cy="2284730"/>
          </a:xfrm>
          <a:custGeom>
            <a:avLst/>
            <a:gdLst/>
            <a:ahLst/>
            <a:cxnLst/>
            <a:rect l="l" t="t" r="r" b="b"/>
            <a:pathLst>
              <a:path w="6078855" h="2284730" extrusionOk="0">
                <a:moveTo>
                  <a:pt x="3038462" y="0"/>
                </a:moveTo>
                <a:lnTo>
                  <a:pt x="2941675" y="0"/>
                </a:lnTo>
                <a:lnTo>
                  <a:pt x="2941675" y="95338"/>
                </a:lnTo>
                <a:lnTo>
                  <a:pt x="2941675" y="1046060"/>
                </a:lnTo>
                <a:lnTo>
                  <a:pt x="2941675" y="1237043"/>
                </a:lnTo>
                <a:lnTo>
                  <a:pt x="2941675" y="2187778"/>
                </a:lnTo>
                <a:lnTo>
                  <a:pt x="94767" y="2187778"/>
                </a:lnTo>
                <a:lnTo>
                  <a:pt x="94767" y="1237043"/>
                </a:lnTo>
                <a:lnTo>
                  <a:pt x="2941675" y="1237043"/>
                </a:lnTo>
                <a:lnTo>
                  <a:pt x="2941675" y="1046060"/>
                </a:lnTo>
                <a:lnTo>
                  <a:pt x="94767" y="1046060"/>
                </a:lnTo>
                <a:lnTo>
                  <a:pt x="94767" y="95338"/>
                </a:lnTo>
                <a:lnTo>
                  <a:pt x="2941675" y="95338"/>
                </a:lnTo>
                <a:lnTo>
                  <a:pt x="2941675" y="0"/>
                </a:lnTo>
                <a:lnTo>
                  <a:pt x="0" y="0"/>
                </a:lnTo>
                <a:lnTo>
                  <a:pt x="0" y="95338"/>
                </a:lnTo>
                <a:lnTo>
                  <a:pt x="0" y="1046060"/>
                </a:lnTo>
                <a:lnTo>
                  <a:pt x="0" y="2284374"/>
                </a:lnTo>
                <a:lnTo>
                  <a:pt x="3038462" y="2284374"/>
                </a:lnTo>
                <a:lnTo>
                  <a:pt x="3038462" y="94919"/>
                </a:lnTo>
                <a:lnTo>
                  <a:pt x="3038462" y="0"/>
                </a:lnTo>
                <a:close/>
              </a:path>
              <a:path w="6078855" h="2284730" extrusionOk="0">
                <a:moveTo>
                  <a:pt x="6078410" y="0"/>
                </a:moveTo>
                <a:lnTo>
                  <a:pt x="5981636" y="0"/>
                </a:lnTo>
                <a:lnTo>
                  <a:pt x="5981636" y="95338"/>
                </a:lnTo>
                <a:lnTo>
                  <a:pt x="5981636" y="1046060"/>
                </a:lnTo>
                <a:lnTo>
                  <a:pt x="5981636" y="1237043"/>
                </a:lnTo>
                <a:lnTo>
                  <a:pt x="5981636" y="2187778"/>
                </a:lnTo>
                <a:lnTo>
                  <a:pt x="3134728" y="2187778"/>
                </a:lnTo>
                <a:lnTo>
                  <a:pt x="3134728" y="1237043"/>
                </a:lnTo>
                <a:lnTo>
                  <a:pt x="5981636" y="1237043"/>
                </a:lnTo>
                <a:lnTo>
                  <a:pt x="5981636" y="1046060"/>
                </a:lnTo>
                <a:lnTo>
                  <a:pt x="3134728" y="1046060"/>
                </a:lnTo>
                <a:lnTo>
                  <a:pt x="3134728" y="95338"/>
                </a:lnTo>
                <a:lnTo>
                  <a:pt x="5981636" y="95338"/>
                </a:lnTo>
                <a:lnTo>
                  <a:pt x="5981636" y="0"/>
                </a:lnTo>
                <a:lnTo>
                  <a:pt x="3039961" y="0"/>
                </a:lnTo>
                <a:lnTo>
                  <a:pt x="3039961" y="95338"/>
                </a:lnTo>
                <a:lnTo>
                  <a:pt x="3039961" y="1046060"/>
                </a:lnTo>
                <a:lnTo>
                  <a:pt x="3039961" y="2284374"/>
                </a:lnTo>
                <a:lnTo>
                  <a:pt x="6078410" y="2284374"/>
                </a:lnTo>
                <a:lnTo>
                  <a:pt x="6078410" y="94919"/>
                </a:lnTo>
                <a:lnTo>
                  <a:pt x="6078410" y="0"/>
                </a:lnTo>
                <a:close/>
              </a:path>
            </a:pathLst>
          </a:custGeom>
          <a:solidFill>
            <a:srgbClr val="C7D0D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6" name="Google Shape;406;p37"/>
          <p:cNvSpPr txBox="1"/>
          <p:nvPr/>
        </p:nvSpPr>
        <p:spPr>
          <a:xfrm>
            <a:off x="1017488" y="986863"/>
            <a:ext cx="4947285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in HTML</a:t>
            </a: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7"/>
          <p:cNvSpPr txBox="1"/>
          <p:nvPr/>
        </p:nvSpPr>
        <p:spPr>
          <a:xfrm>
            <a:off x="1310679" y="8673040"/>
            <a:ext cx="182054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able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7"/>
          <p:cNvSpPr txBox="1"/>
          <p:nvPr/>
        </p:nvSpPr>
        <p:spPr>
          <a:xfrm>
            <a:off x="1297880" y="2297172"/>
            <a:ext cx="6144895" cy="61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70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able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02690" lvl="0" indent="0" algn="l" rtl="0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946910" lvl="0" indent="0" algn="l" rtl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959610" lvl="0" indent="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Roll No 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216025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320165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2046604" lvl="0" indent="0" algn="l" rtl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adha 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2069464" lvl="0" indent="0" algn="l" rtl="0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1664 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1332865" lvl="0" indent="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tr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7"/>
          <p:cNvSpPr txBox="1">
            <a:spLocks noGrp="1"/>
          </p:cNvSpPr>
          <p:nvPr>
            <p:ph type="title"/>
          </p:nvPr>
        </p:nvSpPr>
        <p:spPr>
          <a:xfrm>
            <a:off x="10232257" y="830514"/>
            <a:ext cx="2847340" cy="951230"/>
          </a:xfrm>
          <a:prstGeom prst="rect">
            <a:avLst/>
          </a:prstGeom>
          <a:solidFill>
            <a:srgbClr val="04172F"/>
          </a:solidFill>
          <a:ln>
            <a:noFill/>
          </a:ln>
        </p:spPr>
        <p:txBody>
          <a:bodyPr spcFirstLastPara="1" wrap="square" lIns="0" tIns="39350" rIns="0" bIns="0" anchor="t" anchorCtr="0">
            <a:spAutoFit/>
          </a:bodyPr>
          <a:lstStyle/>
          <a:p>
            <a:pPr marL="51498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86BEE1"/>
                </a:solidFill>
              </a:rPr>
              <a:t>Name</a:t>
            </a:r>
            <a:endParaRPr sz="5100"/>
          </a:p>
        </p:txBody>
      </p:sp>
      <p:sp>
        <p:nvSpPr>
          <p:cNvPr id="410" name="Google Shape;410;p37"/>
          <p:cNvSpPr txBox="1"/>
          <p:nvPr/>
        </p:nvSpPr>
        <p:spPr>
          <a:xfrm>
            <a:off x="13272213" y="830514"/>
            <a:ext cx="2847340" cy="951230"/>
          </a:xfrm>
          <a:prstGeom prst="rect">
            <a:avLst/>
          </a:prstGeom>
          <a:solidFill>
            <a:srgbClr val="04172F"/>
          </a:solidFill>
          <a:ln>
            <a:noFill/>
          </a:ln>
        </p:spPr>
        <p:txBody>
          <a:bodyPr spcFirstLastPara="1" wrap="square" lIns="0" tIns="39350" rIns="0" bIns="0" anchor="t" anchorCtr="0">
            <a:spAutoFit/>
          </a:bodyPr>
          <a:lstStyle/>
          <a:p>
            <a:pPr marL="2946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86BEE1"/>
                </a:solidFill>
                <a:latin typeface="Arial"/>
                <a:ea typeface="Arial"/>
                <a:cs typeface="Arial"/>
                <a:sym typeface="Arial"/>
              </a:rPr>
              <a:t>Roll No</a:t>
            </a:r>
            <a:endParaRPr sz="5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7"/>
          <p:cNvSpPr txBox="1"/>
          <p:nvPr/>
        </p:nvSpPr>
        <p:spPr>
          <a:xfrm>
            <a:off x="10232257" y="1972074"/>
            <a:ext cx="2847340" cy="951230"/>
          </a:xfrm>
          <a:prstGeom prst="rect">
            <a:avLst/>
          </a:prstGeom>
          <a:solidFill>
            <a:srgbClr val="04172F"/>
          </a:solidFill>
          <a:ln>
            <a:noFill/>
          </a:ln>
        </p:spPr>
        <p:txBody>
          <a:bodyPr spcFirstLastPara="1" wrap="square" lIns="0" tIns="158100" rIns="0" bIns="0" anchor="t" anchorCtr="0">
            <a:spAutoFit/>
          </a:bodyPr>
          <a:lstStyle/>
          <a:p>
            <a:pPr marL="3670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</a:t>
            </a:r>
            <a:r>
              <a:rPr lang="en-US" sz="4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adha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7"/>
          <p:cNvSpPr txBox="1"/>
          <p:nvPr/>
        </p:nvSpPr>
        <p:spPr>
          <a:xfrm>
            <a:off x="13272213" y="1972074"/>
            <a:ext cx="2847340" cy="951230"/>
          </a:xfrm>
          <a:prstGeom prst="rect">
            <a:avLst/>
          </a:prstGeom>
          <a:solidFill>
            <a:srgbClr val="04172F"/>
          </a:solidFill>
          <a:ln>
            <a:noFill/>
          </a:ln>
        </p:spPr>
        <p:txBody>
          <a:bodyPr spcFirstLastPara="1" wrap="square" lIns="0" tIns="126350" rIns="0" bIns="0" anchor="t" anchorCtr="0">
            <a:spAutoFit/>
          </a:bodyPr>
          <a:lstStyle/>
          <a:p>
            <a:pPr marL="762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1664</a:t>
            </a:r>
            <a:endParaRPr sz="4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016" y="967762"/>
            <a:ext cx="16183967" cy="800219"/>
          </a:xfrm>
        </p:spPr>
        <p:txBody>
          <a:bodyPr/>
          <a:lstStyle/>
          <a:p>
            <a:r>
              <a:rPr lang="en-US" dirty="0" err="1"/>
              <a:t>Divs</a:t>
            </a:r>
            <a:r>
              <a:rPr lang="en-US" dirty="0"/>
              <a:t> aligning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2478206"/>
            <a:ext cx="11146155" cy="6601807"/>
          </a:xfrm>
        </p:spPr>
        <p:txBody>
          <a:bodyPr/>
          <a:lstStyle/>
          <a:p>
            <a:pPr marL="800100" indent="-571500">
              <a:buFont typeface="Wingdings" panose="05000000000000000000" pitchFamily="2" charset="2"/>
              <a:buChar char="ü"/>
            </a:pPr>
            <a:r>
              <a:rPr lang="en-US" dirty="0"/>
              <a:t>Side by side</a:t>
            </a:r>
          </a:p>
          <a:p>
            <a:pPr marL="800100" indent="-571500">
              <a:buFont typeface="Wingdings" panose="05000000000000000000" pitchFamily="2" charset="2"/>
              <a:buChar char="ü"/>
            </a:pPr>
            <a:endParaRPr lang="en-US" dirty="0"/>
          </a:p>
          <a:p>
            <a:pPr marL="800100" indent="-571500">
              <a:buFont typeface="Wingdings" panose="05000000000000000000" pitchFamily="2" charset="2"/>
              <a:buChar char="ü"/>
            </a:pPr>
            <a:r>
              <a:rPr lang="en-US" dirty="0"/>
              <a:t>Banner</a:t>
            </a:r>
          </a:p>
          <a:p>
            <a:pPr marL="800100" indent="-571500">
              <a:buFont typeface="Wingdings" panose="05000000000000000000" pitchFamily="2" charset="2"/>
              <a:buChar char="ü"/>
            </a:pPr>
            <a:endParaRPr lang="en-US" dirty="0"/>
          </a:p>
          <a:p>
            <a:pPr marL="800100" indent="-571500">
              <a:buFont typeface="Wingdings" panose="05000000000000000000" pitchFamily="2" charset="2"/>
              <a:buChar char="ü"/>
            </a:pPr>
            <a:r>
              <a:rPr lang="en-US" dirty="0"/>
              <a:t>Banner with text</a:t>
            </a:r>
          </a:p>
          <a:p>
            <a:pPr marL="800100" indent="-571500">
              <a:buFont typeface="Wingdings" panose="05000000000000000000" pitchFamily="2" charset="2"/>
              <a:buChar char="ü"/>
            </a:pPr>
            <a:endParaRPr lang="en-US" dirty="0"/>
          </a:p>
          <a:p>
            <a:pPr marL="800100" indent="-571500">
              <a:buFont typeface="Wingdings" panose="05000000000000000000" pitchFamily="2" charset="2"/>
              <a:buChar char="ü"/>
            </a:pPr>
            <a:r>
              <a:rPr lang="en-US" dirty="0" err="1"/>
              <a:t>Css</a:t>
            </a:r>
            <a:r>
              <a:rPr lang="en-US" dirty="0"/>
              <a:t> Grid</a:t>
            </a:r>
          </a:p>
          <a:p>
            <a:pPr marL="800100" indent="-571500">
              <a:buFont typeface="Wingdings" panose="05000000000000000000" pitchFamily="2" charset="2"/>
              <a:buChar char="ü"/>
            </a:pPr>
            <a:endParaRPr lang="en-US" dirty="0"/>
          </a:p>
          <a:p>
            <a:pPr marL="800100" indent="-571500">
              <a:buFont typeface="Wingdings" panose="05000000000000000000" pitchFamily="2" charset="2"/>
              <a:buChar char="ü"/>
            </a:pPr>
            <a:endParaRPr lang="en-US" dirty="0"/>
          </a:p>
          <a:p>
            <a:pPr marL="800100" indent="-571500">
              <a:buFont typeface="Wingdings" panose="05000000000000000000" pitchFamily="2" charset="2"/>
              <a:buChar char="ü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914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/>
          <p:nvPr/>
        </p:nvSpPr>
        <p:spPr>
          <a:xfrm>
            <a:off x="1539100" y="5873508"/>
            <a:ext cx="4515485" cy="1695450"/>
          </a:xfrm>
          <a:custGeom>
            <a:avLst/>
            <a:gdLst/>
            <a:ahLst/>
            <a:cxnLst/>
            <a:rect l="l" t="t" r="r" b="b"/>
            <a:pathLst>
              <a:path w="4515485" h="1695450" extrusionOk="0">
                <a:moveTo>
                  <a:pt x="2257056" y="918540"/>
                </a:moveTo>
                <a:lnTo>
                  <a:pt x="2185162" y="918540"/>
                </a:lnTo>
                <a:lnTo>
                  <a:pt x="2185162" y="1623974"/>
                </a:lnTo>
                <a:lnTo>
                  <a:pt x="2257056" y="1623974"/>
                </a:lnTo>
                <a:lnTo>
                  <a:pt x="2257056" y="918540"/>
                </a:lnTo>
                <a:close/>
              </a:path>
              <a:path w="4515485" h="1695450" extrusionOk="0">
                <a:moveTo>
                  <a:pt x="2257056" y="848144"/>
                </a:moveTo>
                <a:lnTo>
                  <a:pt x="0" y="848144"/>
                </a:lnTo>
                <a:lnTo>
                  <a:pt x="0" y="917994"/>
                </a:lnTo>
                <a:lnTo>
                  <a:pt x="0" y="1624139"/>
                </a:lnTo>
                <a:lnTo>
                  <a:pt x="0" y="1695259"/>
                </a:lnTo>
                <a:lnTo>
                  <a:pt x="2257056" y="1695259"/>
                </a:lnTo>
                <a:lnTo>
                  <a:pt x="2257056" y="1624139"/>
                </a:lnTo>
                <a:lnTo>
                  <a:pt x="70396" y="1624139"/>
                </a:lnTo>
                <a:lnTo>
                  <a:pt x="70396" y="917994"/>
                </a:lnTo>
                <a:lnTo>
                  <a:pt x="2257056" y="917994"/>
                </a:lnTo>
                <a:lnTo>
                  <a:pt x="2257056" y="848144"/>
                </a:lnTo>
                <a:close/>
              </a:path>
              <a:path w="4515485" h="1695450" extrusionOk="0">
                <a:moveTo>
                  <a:pt x="2257056" y="70383"/>
                </a:moveTo>
                <a:lnTo>
                  <a:pt x="2185162" y="70383"/>
                </a:lnTo>
                <a:lnTo>
                  <a:pt x="2185162" y="775830"/>
                </a:lnTo>
                <a:lnTo>
                  <a:pt x="2257056" y="775830"/>
                </a:lnTo>
                <a:lnTo>
                  <a:pt x="2257056" y="70383"/>
                </a:lnTo>
                <a:close/>
              </a:path>
              <a:path w="4515485" h="1695450" extrusionOk="0">
                <a:moveTo>
                  <a:pt x="2257056" y="0"/>
                </a:moveTo>
                <a:lnTo>
                  <a:pt x="0" y="0"/>
                </a:lnTo>
                <a:lnTo>
                  <a:pt x="0" y="69850"/>
                </a:lnTo>
                <a:lnTo>
                  <a:pt x="0" y="775982"/>
                </a:lnTo>
                <a:lnTo>
                  <a:pt x="0" y="847102"/>
                </a:lnTo>
                <a:lnTo>
                  <a:pt x="2257056" y="847102"/>
                </a:lnTo>
                <a:lnTo>
                  <a:pt x="2257056" y="775982"/>
                </a:lnTo>
                <a:lnTo>
                  <a:pt x="70396" y="775982"/>
                </a:lnTo>
                <a:lnTo>
                  <a:pt x="70396" y="69850"/>
                </a:lnTo>
                <a:lnTo>
                  <a:pt x="2257056" y="69850"/>
                </a:lnTo>
                <a:lnTo>
                  <a:pt x="2257056" y="0"/>
                </a:lnTo>
                <a:close/>
              </a:path>
              <a:path w="4515485" h="1695450" extrusionOk="0">
                <a:moveTo>
                  <a:pt x="4515383" y="918540"/>
                </a:moveTo>
                <a:lnTo>
                  <a:pt x="4443488" y="918540"/>
                </a:lnTo>
                <a:lnTo>
                  <a:pt x="4443488" y="1623974"/>
                </a:lnTo>
                <a:lnTo>
                  <a:pt x="4515383" y="1623974"/>
                </a:lnTo>
                <a:lnTo>
                  <a:pt x="4515383" y="918540"/>
                </a:lnTo>
                <a:close/>
              </a:path>
              <a:path w="4515485" h="1695450" extrusionOk="0">
                <a:moveTo>
                  <a:pt x="4515383" y="848144"/>
                </a:moveTo>
                <a:lnTo>
                  <a:pt x="2258326" y="848144"/>
                </a:lnTo>
                <a:lnTo>
                  <a:pt x="2258326" y="917994"/>
                </a:lnTo>
                <a:lnTo>
                  <a:pt x="2258326" y="1624139"/>
                </a:lnTo>
                <a:lnTo>
                  <a:pt x="2258326" y="1695259"/>
                </a:lnTo>
                <a:lnTo>
                  <a:pt x="4515383" y="1695259"/>
                </a:lnTo>
                <a:lnTo>
                  <a:pt x="4515383" y="1624139"/>
                </a:lnTo>
                <a:lnTo>
                  <a:pt x="2328710" y="1624139"/>
                </a:lnTo>
                <a:lnTo>
                  <a:pt x="2328710" y="917994"/>
                </a:lnTo>
                <a:lnTo>
                  <a:pt x="4515383" y="917994"/>
                </a:lnTo>
                <a:lnTo>
                  <a:pt x="4515383" y="848144"/>
                </a:lnTo>
                <a:close/>
              </a:path>
              <a:path w="4515485" h="1695450" extrusionOk="0">
                <a:moveTo>
                  <a:pt x="4515383" y="70383"/>
                </a:moveTo>
                <a:lnTo>
                  <a:pt x="4443488" y="70383"/>
                </a:lnTo>
                <a:lnTo>
                  <a:pt x="4443488" y="775830"/>
                </a:lnTo>
                <a:lnTo>
                  <a:pt x="4515383" y="775830"/>
                </a:lnTo>
                <a:lnTo>
                  <a:pt x="4515383" y="70383"/>
                </a:lnTo>
                <a:close/>
              </a:path>
              <a:path w="4515485" h="1695450" extrusionOk="0">
                <a:moveTo>
                  <a:pt x="4515383" y="0"/>
                </a:moveTo>
                <a:lnTo>
                  <a:pt x="2258326" y="0"/>
                </a:lnTo>
                <a:lnTo>
                  <a:pt x="2258326" y="69850"/>
                </a:lnTo>
                <a:lnTo>
                  <a:pt x="2258326" y="775982"/>
                </a:lnTo>
                <a:lnTo>
                  <a:pt x="2258326" y="847102"/>
                </a:lnTo>
                <a:lnTo>
                  <a:pt x="4515383" y="847102"/>
                </a:lnTo>
                <a:lnTo>
                  <a:pt x="4515383" y="775982"/>
                </a:lnTo>
                <a:lnTo>
                  <a:pt x="2328710" y="775982"/>
                </a:lnTo>
                <a:lnTo>
                  <a:pt x="2328710" y="69850"/>
                </a:lnTo>
                <a:lnTo>
                  <a:pt x="4515383" y="69850"/>
                </a:lnTo>
                <a:lnTo>
                  <a:pt x="4515383" y="0"/>
                </a:lnTo>
                <a:close/>
              </a:path>
            </a:pathLst>
          </a:custGeom>
          <a:solidFill>
            <a:srgbClr val="C7D0D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9" name="Google Shape;419;p38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</a:t>
            </a:r>
            <a:r>
              <a:rPr lang="en-US" sz="5100"/>
              <a:t>t</a:t>
            </a:r>
            <a:r>
              <a:rPr lang="en-US"/>
              <a:t>ion in Table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420" name="Google Shape;420;p38"/>
          <p:cNvSpPr txBox="1"/>
          <p:nvPr/>
        </p:nvSpPr>
        <p:spPr>
          <a:xfrm>
            <a:off x="1027608" y="2781035"/>
            <a:ext cx="8484235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cap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cap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8"/>
          <p:cNvSpPr txBox="1"/>
          <p:nvPr/>
        </p:nvSpPr>
        <p:spPr>
          <a:xfrm>
            <a:off x="1882046" y="6897562"/>
            <a:ext cx="1584960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</a:t>
            </a: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adha</a:t>
            </a:r>
            <a:endParaRPr sz="3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8"/>
          <p:cNvSpPr txBox="1"/>
          <p:nvPr/>
        </p:nvSpPr>
        <p:spPr>
          <a:xfrm>
            <a:off x="4433797" y="6873579"/>
            <a:ext cx="998219" cy="49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1664</a:t>
            </a:r>
            <a:endParaRPr sz="3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1609499" y="4847798"/>
            <a:ext cx="4373245" cy="171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0" bIns="0" anchor="t" anchorCtr="0">
            <a:spAutoFit/>
          </a:bodyPr>
          <a:lstStyle/>
          <a:p>
            <a:pPr marL="6286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165735" lvl="0" indent="0" algn="ctr" rtl="0">
              <a:lnSpc>
                <a:spcPct val="100000"/>
              </a:lnSpc>
              <a:spcBef>
                <a:spcPts val="201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86BEE1"/>
                </a:solidFill>
                <a:latin typeface="Arial"/>
                <a:ea typeface="Arial"/>
                <a:cs typeface="Arial"/>
                <a:sym typeface="Arial"/>
              </a:rPr>
              <a:t>Name	Roll No</a:t>
            </a:r>
            <a:endParaRPr sz="3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/>
              <a:t>t</a:t>
            </a:r>
            <a:r>
              <a:rPr lang="en-US"/>
              <a:t>head </a:t>
            </a:r>
            <a:r>
              <a:rPr lang="en-US" sz="5350"/>
              <a:t>&amp; </a:t>
            </a:r>
            <a:r>
              <a:rPr lang="en-US" sz="5100"/>
              <a:t>t</a:t>
            </a:r>
            <a:r>
              <a:rPr lang="en-US"/>
              <a:t>bod</a:t>
            </a:r>
            <a:r>
              <a:rPr lang="en-US" sz="5100"/>
              <a:t>y </a:t>
            </a:r>
            <a:r>
              <a:rPr lang="en-US"/>
              <a:t>in Table</a:t>
            </a:r>
            <a:r>
              <a:rPr lang="en-US" sz="5100"/>
              <a:t>s</a:t>
            </a:r>
            <a:endParaRPr sz="5100"/>
          </a:p>
        </p:txBody>
      </p:sp>
      <p:sp>
        <p:nvSpPr>
          <p:cNvPr id="430" name="Google Shape;430;p39"/>
          <p:cNvSpPr txBox="1"/>
          <p:nvPr/>
        </p:nvSpPr>
        <p:spPr>
          <a:xfrm>
            <a:off x="1059308" y="2781024"/>
            <a:ext cx="6598284" cy="170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22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 head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61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bod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able bod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3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</a:t>
            </a:r>
            <a:r>
              <a:rPr lang="en-US" sz="5100"/>
              <a:t>s</a:t>
            </a:r>
            <a:r>
              <a:rPr lang="en-US"/>
              <a:t>pan a</a:t>
            </a:r>
            <a:r>
              <a:rPr lang="en-US" sz="5100"/>
              <a:t>ttr</a:t>
            </a:r>
            <a:r>
              <a:rPr lang="en-US"/>
              <a:t>ib</a:t>
            </a:r>
            <a:r>
              <a:rPr lang="en-US" sz="5100"/>
              <a:t>ut</a:t>
            </a:r>
            <a:r>
              <a:rPr lang="en-US"/>
              <a:t>e</a:t>
            </a:r>
            <a:endParaRPr sz="5100"/>
          </a:p>
        </p:txBody>
      </p:sp>
      <p:sp>
        <p:nvSpPr>
          <p:cNvPr id="437" name="Google Shape;437;p40"/>
          <p:cNvSpPr txBox="1"/>
          <p:nvPr/>
        </p:nvSpPr>
        <p:spPr>
          <a:xfrm>
            <a:off x="1016000" y="1999041"/>
            <a:ext cx="13009244" cy="19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9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col</a:t>
            </a:r>
            <a:r>
              <a:rPr lang="en-US" sz="38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pan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400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25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cell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w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hich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iple col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3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0"/>
          <p:cNvSpPr/>
          <p:nvPr/>
        </p:nvSpPr>
        <p:spPr>
          <a:xfrm>
            <a:off x="1539100" y="6721664"/>
            <a:ext cx="4515485" cy="1695450"/>
          </a:xfrm>
          <a:custGeom>
            <a:avLst/>
            <a:gdLst/>
            <a:ahLst/>
            <a:cxnLst/>
            <a:rect l="l" t="t" r="r" b="b"/>
            <a:pathLst>
              <a:path w="4515485" h="1695450" extrusionOk="0">
                <a:moveTo>
                  <a:pt x="2257056" y="918578"/>
                </a:moveTo>
                <a:lnTo>
                  <a:pt x="2185162" y="918578"/>
                </a:lnTo>
                <a:lnTo>
                  <a:pt x="2185162" y="1624012"/>
                </a:lnTo>
                <a:lnTo>
                  <a:pt x="2257056" y="1624012"/>
                </a:lnTo>
                <a:lnTo>
                  <a:pt x="2257056" y="918578"/>
                </a:lnTo>
                <a:close/>
              </a:path>
              <a:path w="4515485" h="1695450" extrusionOk="0">
                <a:moveTo>
                  <a:pt x="2257056" y="848182"/>
                </a:moveTo>
                <a:lnTo>
                  <a:pt x="0" y="848182"/>
                </a:lnTo>
                <a:lnTo>
                  <a:pt x="0" y="918032"/>
                </a:lnTo>
                <a:lnTo>
                  <a:pt x="0" y="1624164"/>
                </a:lnTo>
                <a:lnTo>
                  <a:pt x="0" y="1695284"/>
                </a:lnTo>
                <a:lnTo>
                  <a:pt x="2257056" y="1695284"/>
                </a:lnTo>
                <a:lnTo>
                  <a:pt x="2257056" y="1624164"/>
                </a:lnTo>
                <a:lnTo>
                  <a:pt x="70396" y="1624164"/>
                </a:lnTo>
                <a:lnTo>
                  <a:pt x="70396" y="918032"/>
                </a:lnTo>
                <a:lnTo>
                  <a:pt x="2257056" y="918032"/>
                </a:lnTo>
                <a:lnTo>
                  <a:pt x="2257056" y="848182"/>
                </a:lnTo>
                <a:close/>
              </a:path>
              <a:path w="4515485" h="1695450" extrusionOk="0">
                <a:moveTo>
                  <a:pt x="2257056" y="70396"/>
                </a:moveTo>
                <a:lnTo>
                  <a:pt x="2185162" y="70396"/>
                </a:lnTo>
                <a:lnTo>
                  <a:pt x="2185162" y="775830"/>
                </a:lnTo>
                <a:lnTo>
                  <a:pt x="2257056" y="775830"/>
                </a:lnTo>
                <a:lnTo>
                  <a:pt x="2257056" y="70396"/>
                </a:lnTo>
                <a:close/>
              </a:path>
              <a:path w="4515485" h="1695450" extrusionOk="0">
                <a:moveTo>
                  <a:pt x="2257056" y="0"/>
                </a:moveTo>
                <a:lnTo>
                  <a:pt x="0" y="0"/>
                </a:lnTo>
                <a:lnTo>
                  <a:pt x="0" y="69850"/>
                </a:lnTo>
                <a:lnTo>
                  <a:pt x="0" y="775995"/>
                </a:lnTo>
                <a:lnTo>
                  <a:pt x="0" y="847115"/>
                </a:lnTo>
                <a:lnTo>
                  <a:pt x="2257056" y="847115"/>
                </a:lnTo>
                <a:lnTo>
                  <a:pt x="2257056" y="775995"/>
                </a:lnTo>
                <a:lnTo>
                  <a:pt x="70396" y="775995"/>
                </a:lnTo>
                <a:lnTo>
                  <a:pt x="70396" y="69850"/>
                </a:lnTo>
                <a:lnTo>
                  <a:pt x="2257056" y="69850"/>
                </a:lnTo>
                <a:lnTo>
                  <a:pt x="2257056" y="0"/>
                </a:lnTo>
                <a:close/>
              </a:path>
              <a:path w="4515485" h="1695450" extrusionOk="0">
                <a:moveTo>
                  <a:pt x="4515383" y="918578"/>
                </a:moveTo>
                <a:lnTo>
                  <a:pt x="4443488" y="918578"/>
                </a:lnTo>
                <a:lnTo>
                  <a:pt x="4443488" y="1624012"/>
                </a:lnTo>
                <a:lnTo>
                  <a:pt x="4515383" y="1624012"/>
                </a:lnTo>
                <a:lnTo>
                  <a:pt x="4515383" y="918578"/>
                </a:lnTo>
                <a:close/>
              </a:path>
              <a:path w="4515485" h="1695450" extrusionOk="0">
                <a:moveTo>
                  <a:pt x="4515383" y="848182"/>
                </a:moveTo>
                <a:lnTo>
                  <a:pt x="2258326" y="848182"/>
                </a:lnTo>
                <a:lnTo>
                  <a:pt x="2258326" y="918032"/>
                </a:lnTo>
                <a:lnTo>
                  <a:pt x="2258326" y="1624164"/>
                </a:lnTo>
                <a:lnTo>
                  <a:pt x="2258326" y="1695284"/>
                </a:lnTo>
                <a:lnTo>
                  <a:pt x="4515383" y="1695284"/>
                </a:lnTo>
                <a:lnTo>
                  <a:pt x="4515383" y="1624164"/>
                </a:lnTo>
                <a:lnTo>
                  <a:pt x="2328710" y="1624164"/>
                </a:lnTo>
                <a:lnTo>
                  <a:pt x="2328710" y="918032"/>
                </a:lnTo>
                <a:lnTo>
                  <a:pt x="4515383" y="918032"/>
                </a:lnTo>
                <a:lnTo>
                  <a:pt x="4515383" y="848182"/>
                </a:lnTo>
                <a:close/>
              </a:path>
              <a:path w="4515485" h="1695450" extrusionOk="0">
                <a:moveTo>
                  <a:pt x="4515383" y="70396"/>
                </a:moveTo>
                <a:lnTo>
                  <a:pt x="4443488" y="70396"/>
                </a:lnTo>
                <a:lnTo>
                  <a:pt x="4443488" y="775830"/>
                </a:lnTo>
                <a:lnTo>
                  <a:pt x="4515383" y="775830"/>
                </a:lnTo>
                <a:lnTo>
                  <a:pt x="4515383" y="70396"/>
                </a:lnTo>
                <a:close/>
              </a:path>
              <a:path w="4515485" h="1695450" extrusionOk="0">
                <a:moveTo>
                  <a:pt x="4515383" y="0"/>
                </a:moveTo>
                <a:lnTo>
                  <a:pt x="2258326" y="0"/>
                </a:lnTo>
                <a:lnTo>
                  <a:pt x="2258326" y="69850"/>
                </a:lnTo>
                <a:lnTo>
                  <a:pt x="2258326" y="775995"/>
                </a:lnTo>
                <a:lnTo>
                  <a:pt x="2258326" y="847115"/>
                </a:lnTo>
                <a:lnTo>
                  <a:pt x="4515383" y="847115"/>
                </a:lnTo>
                <a:lnTo>
                  <a:pt x="4515383" y="775995"/>
                </a:lnTo>
                <a:lnTo>
                  <a:pt x="2328710" y="775995"/>
                </a:lnTo>
                <a:lnTo>
                  <a:pt x="2328710" y="69850"/>
                </a:lnTo>
                <a:lnTo>
                  <a:pt x="4515383" y="69850"/>
                </a:lnTo>
                <a:lnTo>
                  <a:pt x="4515383" y="0"/>
                </a:lnTo>
                <a:close/>
              </a:path>
            </a:pathLst>
          </a:custGeom>
          <a:solidFill>
            <a:srgbClr val="C7D0D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9" name="Google Shape;439;p40"/>
          <p:cNvSpPr txBox="1"/>
          <p:nvPr/>
        </p:nvSpPr>
        <p:spPr>
          <a:xfrm>
            <a:off x="1882046" y="6897562"/>
            <a:ext cx="1584960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</a:t>
            </a: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adha</a:t>
            </a:r>
            <a:endParaRPr sz="3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4433797" y="6873591"/>
            <a:ext cx="998219" cy="49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1664</a:t>
            </a:r>
            <a:endParaRPr sz="3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0"/>
          <p:cNvSpPr txBox="1"/>
          <p:nvPr/>
        </p:nvSpPr>
        <p:spPr>
          <a:xfrm>
            <a:off x="2117873" y="7745739"/>
            <a:ext cx="1113155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Aman</a:t>
            </a:r>
            <a:endParaRPr sz="3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4433797" y="7721756"/>
            <a:ext cx="998219" cy="49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1890</a:t>
            </a:r>
            <a:endParaRPr sz="3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1609683" y="5944849"/>
            <a:ext cx="4371975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0" marR="12890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1539278" y="5873508"/>
            <a:ext cx="4514215" cy="847725"/>
          </a:xfrm>
          <a:custGeom>
            <a:avLst/>
            <a:gdLst/>
            <a:ahLst/>
            <a:cxnLst/>
            <a:rect l="l" t="t" r="r" b="b"/>
            <a:pathLst>
              <a:path w="4514215" h="847725" extrusionOk="0">
                <a:moveTo>
                  <a:pt x="4514126" y="70396"/>
                </a:moveTo>
                <a:lnTo>
                  <a:pt x="4442231" y="70396"/>
                </a:lnTo>
                <a:lnTo>
                  <a:pt x="4442231" y="775843"/>
                </a:lnTo>
                <a:lnTo>
                  <a:pt x="4514126" y="775843"/>
                </a:lnTo>
                <a:lnTo>
                  <a:pt x="4514126" y="70396"/>
                </a:lnTo>
                <a:close/>
              </a:path>
              <a:path w="4514215" h="847725" extrusionOk="0">
                <a:moveTo>
                  <a:pt x="4514126" y="0"/>
                </a:moveTo>
                <a:lnTo>
                  <a:pt x="0" y="0"/>
                </a:lnTo>
                <a:lnTo>
                  <a:pt x="0" y="69862"/>
                </a:lnTo>
                <a:lnTo>
                  <a:pt x="0" y="775995"/>
                </a:lnTo>
                <a:lnTo>
                  <a:pt x="0" y="847115"/>
                </a:lnTo>
                <a:lnTo>
                  <a:pt x="4514126" y="847115"/>
                </a:lnTo>
                <a:lnTo>
                  <a:pt x="4514126" y="775995"/>
                </a:lnTo>
                <a:lnTo>
                  <a:pt x="70396" y="775995"/>
                </a:lnTo>
                <a:lnTo>
                  <a:pt x="70396" y="69862"/>
                </a:lnTo>
                <a:lnTo>
                  <a:pt x="4514126" y="69862"/>
                </a:lnTo>
                <a:lnTo>
                  <a:pt x="4514126" y="0"/>
                </a:lnTo>
                <a:close/>
              </a:path>
            </a:pathLst>
          </a:custGeom>
          <a:solidFill>
            <a:srgbClr val="C7D0D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45" name="Google Shape;44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</a:t>
            </a:r>
            <a:r>
              <a:rPr lang="en-US" sz="5100"/>
              <a:t>r</a:t>
            </a:r>
            <a:r>
              <a:rPr lang="en-US"/>
              <a:t>m in HTML</a:t>
            </a:r>
            <a:endParaRPr sz="5100"/>
          </a:p>
        </p:txBody>
      </p:sp>
      <p:sp>
        <p:nvSpPr>
          <p:cNvPr id="451" name="Google Shape;451;p41"/>
          <p:cNvSpPr txBox="1"/>
          <p:nvPr/>
        </p:nvSpPr>
        <p:spPr>
          <a:xfrm>
            <a:off x="1016000" y="2080985"/>
            <a:ext cx="10541635" cy="173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collec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f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om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Eg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ign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help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sts</a:t>
            </a: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1"/>
          <p:cNvSpPr txBox="1"/>
          <p:nvPr/>
        </p:nvSpPr>
        <p:spPr>
          <a:xfrm>
            <a:off x="1016000" y="5102700"/>
            <a:ext cx="2680970" cy="280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42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 con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32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4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</a:t>
            </a:r>
            <a:r>
              <a:rPr lang="en-US" sz="5100"/>
              <a:t>t</a:t>
            </a:r>
            <a:r>
              <a:rPr lang="en-US"/>
              <a:t>ion in Fo</a:t>
            </a:r>
            <a:r>
              <a:rPr lang="en-US" sz="5100"/>
              <a:t>r</a:t>
            </a:r>
            <a:r>
              <a:rPr lang="en-US"/>
              <a:t>m</a:t>
            </a:r>
            <a:endParaRPr sz="5100"/>
          </a:p>
        </p:txBody>
      </p:sp>
      <p:sp>
        <p:nvSpPr>
          <p:cNvPr id="459" name="Google Shape;459;p42"/>
          <p:cNvSpPr txBox="1"/>
          <p:nvPr/>
        </p:nvSpPr>
        <p:spPr>
          <a:xfrm>
            <a:off x="1016000" y="2122457"/>
            <a:ext cx="13526135" cy="353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5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ib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us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define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need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be pe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 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hen a fo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 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 su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r>
              <a:rPr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35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3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="/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32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php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/>
        </p:nvSpPr>
        <p:spPr>
          <a:xfrm>
            <a:off x="1032817" y="967776"/>
            <a:ext cx="6815455" cy="84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m Elemen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535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2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5100">
                <a:solidFill>
                  <a:srgbClr val="FFA511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endParaRPr sz="5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3"/>
          <p:cNvSpPr txBox="1"/>
          <p:nvPr/>
        </p:nvSpPr>
        <p:spPr>
          <a:xfrm>
            <a:off x="1016000" y="2501096"/>
            <a:ext cx="11458575" cy="63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9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3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 </a:t>
            </a:r>
            <a:r>
              <a:rPr lang="en-US" sz="38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ty</a:t>
            </a:r>
            <a:r>
              <a:rPr lang="en-US" sz="39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40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8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xt</a:t>
            </a:r>
            <a:r>
              <a:rPr lang="en-US" sz="4000" dirty="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placeholde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0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8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39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4000" dirty="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4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Label</a:t>
            </a:r>
            <a:endParaRPr/>
          </a:p>
        </p:txBody>
      </p:sp>
      <p:sp>
        <p:nvSpPr>
          <p:cNvPr id="473" name="Google Shape;473;p44"/>
          <p:cNvSpPr txBox="1"/>
          <p:nvPr/>
        </p:nvSpPr>
        <p:spPr>
          <a:xfrm>
            <a:off x="1016000" y="2618514"/>
            <a:ext cx="13846810" cy="60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 fo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305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ut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ty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adio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	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52087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 fo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305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ut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ty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adio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	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52087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ss </a:t>
            </a:r>
            <a:r>
              <a:rPr lang="en-US" sz="5350"/>
              <a:t>&amp; </a:t>
            </a:r>
            <a:r>
              <a:rPr lang="en-US"/>
              <a:t>Id</a:t>
            </a:r>
            <a:endParaRPr sz="5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0" name="Google Shape;480;p45"/>
          <p:cNvSpPr txBox="1"/>
          <p:nvPr/>
        </p:nvSpPr>
        <p:spPr>
          <a:xfrm>
            <a:off x="1016000" y="2543846"/>
            <a:ext cx="6297930" cy="177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ss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47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5"/>
          <p:cNvSpPr txBox="1"/>
          <p:nvPr/>
        </p:nvSpPr>
        <p:spPr>
          <a:xfrm>
            <a:off x="1016000" y="6020471"/>
            <a:ext cx="6574155" cy="177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ss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47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Checkbo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x</a:t>
            </a:r>
            <a:endParaRPr sz="5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8" name="Google Shape;488;p46"/>
          <p:cNvSpPr txBox="1"/>
          <p:nvPr/>
        </p:nvSpPr>
        <p:spPr>
          <a:xfrm>
            <a:off x="1016000" y="2618516"/>
            <a:ext cx="14737715" cy="60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 fo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305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ut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ty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checkbo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	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52087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 fo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305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ut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ty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checkbo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3250">
                <a:solidFill>
                  <a:srgbClr val="32BD15"/>
                </a:solidFill>
                <a:latin typeface="Tahoma"/>
                <a:ea typeface="Tahoma"/>
                <a:cs typeface="Tahoma"/>
                <a:sym typeface="Tahoma"/>
              </a:rPr>
              <a:t>ss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	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250">
                <a:solidFill>
                  <a:srgbClr val="F52087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3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xt</a:t>
            </a:r>
            <a:r>
              <a:rPr lang="en-US"/>
              <a:t>a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/>
              <a:t>ea</a:t>
            </a:r>
            <a:endParaRPr sz="5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5" name="Google Shape;495;p47"/>
          <p:cNvSpPr txBox="1"/>
          <p:nvPr/>
        </p:nvSpPr>
        <p:spPr>
          <a:xfrm>
            <a:off x="811892" y="2652531"/>
            <a:ext cx="16652240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xt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 name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lang="en-US" sz="3450">
                <a:solidFill>
                  <a:srgbClr val="32BD15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placeholde</a:t>
            </a:r>
            <a:r>
              <a:rPr lang="en-US" sz="3250">
                <a:solidFill>
                  <a:srgbClr val="F52087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Plea</a:t>
            </a:r>
            <a:r>
              <a:rPr lang="en-US" sz="3250">
                <a:solidFill>
                  <a:srgbClr val="F52087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33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e add Feedback</a:t>
            </a:r>
            <a:r>
              <a:rPr lang="en-US" sz="3450">
                <a:solidFill>
                  <a:srgbClr val="F52087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04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xt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73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t</a:t>
            </a:r>
            <a:endParaRPr sz="5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2" name="Google Shape;502;p48"/>
          <p:cNvSpPr txBox="1"/>
          <p:nvPr/>
        </p:nvSpPr>
        <p:spPr>
          <a:xfrm>
            <a:off x="1016000" y="2618518"/>
            <a:ext cx="10297160" cy="457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ty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ty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305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Delhi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	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Delhi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mbai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	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Delhi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1236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Banglo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	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Delhi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3" name="Google Shape;50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49"/>
          <p:cNvGrpSpPr/>
          <p:nvPr/>
        </p:nvGrpSpPr>
        <p:grpSpPr>
          <a:xfrm>
            <a:off x="1031268" y="3402090"/>
            <a:ext cx="1543050" cy="1082040"/>
            <a:chOff x="1031268" y="3402090"/>
            <a:chExt cx="1543050" cy="1082040"/>
          </a:xfrm>
        </p:grpSpPr>
        <p:sp>
          <p:nvSpPr>
            <p:cNvPr id="509" name="Google Shape;509;p49"/>
            <p:cNvSpPr/>
            <p:nvPr/>
          </p:nvSpPr>
          <p:spPr>
            <a:xfrm>
              <a:off x="1031268" y="3402090"/>
              <a:ext cx="1543050" cy="1082040"/>
            </a:xfrm>
            <a:custGeom>
              <a:avLst/>
              <a:gdLst/>
              <a:ahLst/>
              <a:cxnLst/>
              <a:rect l="l" t="t" r="r" b="b"/>
              <a:pathLst>
                <a:path w="1543050" h="1082039" extrusionOk="0">
                  <a:moveTo>
                    <a:pt x="771524" y="1081488"/>
                  </a:moveTo>
                  <a:lnTo>
                    <a:pt x="694289" y="1080976"/>
                  </a:lnTo>
                  <a:lnTo>
                    <a:pt x="515384" y="1077398"/>
                  </a:lnTo>
                  <a:lnTo>
                    <a:pt x="314012" y="1067686"/>
                  </a:lnTo>
                  <a:lnTo>
                    <a:pt x="169373" y="1048773"/>
                  </a:lnTo>
                  <a:lnTo>
                    <a:pt x="122822" y="1029367"/>
                  </a:lnTo>
                  <a:lnTo>
                    <a:pt x="82834" y="998637"/>
                  </a:lnTo>
                  <a:lnTo>
                    <a:pt x="52100" y="958651"/>
                  </a:lnTo>
                  <a:lnTo>
                    <a:pt x="32693" y="912104"/>
                  </a:lnTo>
                  <a:lnTo>
                    <a:pt x="13792" y="803114"/>
                  </a:lnTo>
                  <a:lnTo>
                    <a:pt x="4086" y="681122"/>
                  </a:lnTo>
                  <a:lnTo>
                    <a:pt x="510" y="581780"/>
                  </a:lnTo>
                  <a:lnTo>
                    <a:pt x="0" y="540744"/>
                  </a:lnTo>
                  <a:lnTo>
                    <a:pt x="495" y="499722"/>
                  </a:lnTo>
                  <a:lnTo>
                    <a:pt x="3963" y="400486"/>
                  </a:lnTo>
                  <a:lnTo>
                    <a:pt x="13375" y="278780"/>
                  </a:lnTo>
                  <a:lnTo>
                    <a:pt x="31704" y="170347"/>
                  </a:lnTo>
                  <a:lnTo>
                    <a:pt x="51112" y="123800"/>
                  </a:lnTo>
                  <a:lnTo>
                    <a:pt x="81845" y="83815"/>
                  </a:lnTo>
                  <a:lnTo>
                    <a:pt x="121834" y="53084"/>
                  </a:lnTo>
                  <a:lnTo>
                    <a:pt x="168385" y="33678"/>
                  </a:lnTo>
                  <a:lnTo>
                    <a:pt x="313037" y="14615"/>
                  </a:lnTo>
                  <a:lnTo>
                    <a:pt x="514417" y="4571"/>
                  </a:lnTo>
                  <a:lnTo>
                    <a:pt x="693324" y="661"/>
                  </a:lnTo>
                  <a:lnTo>
                    <a:pt x="770560" y="0"/>
                  </a:lnTo>
                  <a:lnTo>
                    <a:pt x="847792" y="511"/>
                  </a:lnTo>
                  <a:lnTo>
                    <a:pt x="1026688" y="4089"/>
                  </a:lnTo>
                  <a:lnTo>
                    <a:pt x="1228053" y="13801"/>
                  </a:lnTo>
                  <a:lnTo>
                    <a:pt x="1372687" y="32714"/>
                  </a:lnTo>
                  <a:lnTo>
                    <a:pt x="1419238" y="52120"/>
                  </a:lnTo>
                  <a:lnTo>
                    <a:pt x="1459227" y="82851"/>
                  </a:lnTo>
                  <a:lnTo>
                    <a:pt x="1489960" y="122836"/>
                  </a:lnTo>
                  <a:lnTo>
                    <a:pt x="1509368" y="169383"/>
                  </a:lnTo>
                  <a:lnTo>
                    <a:pt x="1528433" y="278373"/>
                  </a:lnTo>
                  <a:lnTo>
                    <a:pt x="1538478" y="400365"/>
                  </a:lnTo>
                  <a:lnTo>
                    <a:pt x="1542388" y="499707"/>
                  </a:lnTo>
                  <a:lnTo>
                    <a:pt x="1543049" y="540744"/>
                  </a:lnTo>
                  <a:lnTo>
                    <a:pt x="1542539" y="581920"/>
                  </a:lnTo>
                  <a:lnTo>
                    <a:pt x="1538966" y="681496"/>
                  </a:lnTo>
                  <a:lnTo>
                    <a:pt x="1529267" y="803542"/>
                  </a:lnTo>
                  <a:lnTo>
                    <a:pt x="1510380" y="912129"/>
                  </a:lnTo>
                  <a:lnTo>
                    <a:pt x="1490972" y="958675"/>
                  </a:lnTo>
                  <a:lnTo>
                    <a:pt x="1460239" y="998661"/>
                  </a:lnTo>
                  <a:lnTo>
                    <a:pt x="1420250" y="1029391"/>
                  </a:lnTo>
                  <a:lnTo>
                    <a:pt x="1373700" y="1048797"/>
                  </a:lnTo>
                  <a:lnTo>
                    <a:pt x="1229047" y="1067696"/>
                  </a:lnTo>
                  <a:lnTo>
                    <a:pt x="1027668" y="1077401"/>
                  </a:lnTo>
                  <a:lnTo>
                    <a:pt x="848760" y="1080977"/>
                  </a:lnTo>
                  <a:lnTo>
                    <a:pt x="771524" y="108148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0" name="Google Shape;510;p49"/>
            <p:cNvSpPr/>
            <p:nvPr/>
          </p:nvSpPr>
          <p:spPr>
            <a:xfrm>
              <a:off x="1648271" y="3711108"/>
              <a:ext cx="400685" cy="463550"/>
            </a:xfrm>
            <a:custGeom>
              <a:avLst/>
              <a:gdLst/>
              <a:ahLst/>
              <a:cxnLst/>
              <a:rect l="l" t="t" r="r" b="b"/>
              <a:pathLst>
                <a:path w="400685" h="463550" extrusionOk="0">
                  <a:moveTo>
                    <a:pt x="24" y="463453"/>
                  </a:moveTo>
                  <a:lnTo>
                    <a:pt x="0" y="0"/>
                  </a:lnTo>
                  <a:lnTo>
                    <a:pt x="400132" y="231726"/>
                  </a:lnTo>
                  <a:lnTo>
                    <a:pt x="24" y="463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11" name="Google Shape;511;p49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3238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/>
              <a:t>ame Tag</a:t>
            </a:r>
            <a:endParaRPr sz="5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2" name="Google Shape;512;p49"/>
          <p:cNvSpPr txBox="1"/>
          <p:nvPr/>
        </p:nvSpPr>
        <p:spPr>
          <a:xfrm>
            <a:off x="1016000" y="2181755"/>
            <a:ext cx="9941560" cy="200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eb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in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 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eb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3100">
              <a:latin typeface="Arial"/>
              <a:ea typeface="Arial"/>
              <a:cs typeface="Arial"/>
              <a:sym typeface="Arial"/>
            </a:endParaRPr>
          </a:p>
          <a:p>
            <a:pPr marL="26060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 </a:t>
            </a:r>
            <a:r>
              <a:rPr lang="en-US" sz="325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sr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="</a:t>
            </a:r>
            <a:r>
              <a:rPr lang="en-US" sz="33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3450">
                <a:solidFill>
                  <a:srgbClr val="17D9FF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	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 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US" sz="32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34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>
            <a:spLocks noGrp="1"/>
          </p:cNvSpPr>
          <p:nvPr>
            <p:ph type="title"/>
          </p:nvPr>
        </p:nvSpPr>
        <p:spPr>
          <a:xfrm>
            <a:off x="1052016" y="967762"/>
            <a:ext cx="16183967" cy="84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Tag</a:t>
            </a:r>
            <a:endParaRPr/>
          </a:p>
        </p:txBody>
      </p:sp>
      <p:sp>
        <p:nvSpPr>
          <p:cNvPr id="519" name="Google Shape;519;p50"/>
          <p:cNvSpPr txBox="1">
            <a:spLocks noGrp="1"/>
          </p:cNvSpPr>
          <p:nvPr>
            <p:ph type="body" idx="1"/>
          </p:nvPr>
        </p:nvSpPr>
        <p:spPr>
          <a:xfrm>
            <a:off x="1016000" y="2478206"/>
            <a:ext cx="11146155" cy="658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52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&lt;</a:t>
            </a:r>
            <a:r>
              <a:rPr lang="en-US" sz="3800"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/>
              <a:t>ideo </a:t>
            </a:r>
            <a:r>
              <a:rPr lang="en-US" sz="380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sr</a:t>
            </a:r>
            <a:r>
              <a:rPr lang="en-US">
                <a:solidFill>
                  <a:srgbClr val="17D9FF"/>
                </a:solidFill>
              </a:rPr>
              <a:t>c</a:t>
            </a:r>
            <a:r>
              <a:rPr lang="en-US" sz="4000">
                <a:solidFill>
                  <a:srgbClr val="17D9FF"/>
                </a:solidFill>
              </a:rPr>
              <a:t>="</a:t>
            </a:r>
            <a:r>
              <a:rPr lang="en-US">
                <a:solidFill>
                  <a:srgbClr val="17D9FF"/>
                </a:solidFill>
              </a:rPr>
              <a:t>m</a:t>
            </a:r>
            <a:r>
              <a:rPr lang="en-US" sz="380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lang="en-US">
                <a:solidFill>
                  <a:srgbClr val="17D9FF"/>
                </a:solidFill>
              </a:rPr>
              <a:t>Vid</a:t>
            </a:r>
            <a:r>
              <a:rPr lang="en-US" sz="4000">
                <a:solidFill>
                  <a:srgbClr val="17D9FF"/>
                </a:solidFill>
              </a:rPr>
              <a:t>.</a:t>
            </a:r>
            <a:r>
              <a:rPr lang="en-US">
                <a:solidFill>
                  <a:srgbClr val="17D9FF"/>
                </a:solidFill>
              </a:rPr>
              <a:t>mp</a:t>
            </a:r>
            <a:r>
              <a:rPr lang="en-US" sz="3800">
                <a:solidFill>
                  <a:srgbClr val="17D9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-US" sz="4000">
                <a:solidFill>
                  <a:srgbClr val="17D9FF"/>
                </a:solidFill>
              </a:rPr>
              <a:t>"</a:t>
            </a:r>
            <a:r>
              <a:rPr lang="en-US" sz="4000"/>
              <a:t>&gt;	</a:t>
            </a:r>
            <a:r>
              <a:rPr lang="en-US"/>
              <a:t>M</a:t>
            </a:r>
            <a:r>
              <a:rPr lang="en-US" sz="3800">
                <a:latin typeface="Tahoma"/>
                <a:ea typeface="Tahoma"/>
                <a:cs typeface="Tahoma"/>
                <a:sym typeface="Tahoma"/>
              </a:rPr>
              <a:t>y </a:t>
            </a:r>
            <a:r>
              <a:rPr lang="en-US"/>
              <a:t>Video </a:t>
            </a:r>
            <a:r>
              <a:rPr lang="en-US" sz="4000"/>
              <a:t>&lt;/</a:t>
            </a:r>
            <a:r>
              <a:rPr lang="en-US" sz="3800"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/>
              <a:t>ideo</a:t>
            </a:r>
            <a:r>
              <a:rPr lang="en-US" sz="4000"/>
              <a:t>&gt;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100"/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700"/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A</a:t>
            </a:r>
            <a:r>
              <a:rPr lang="en-US" sz="3800" u="sng">
                <a:latin typeface="Tahoma"/>
                <a:ea typeface="Tahoma"/>
                <a:cs typeface="Tahoma"/>
                <a:sym typeface="Tahoma"/>
              </a:rPr>
              <a:t>ttr</a:t>
            </a:r>
            <a:r>
              <a:rPr lang="en-US" u="sng"/>
              <a:t>ib</a:t>
            </a:r>
            <a:r>
              <a:rPr lang="en-US" sz="3800" u="sng">
                <a:latin typeface="Tahoma"/>
                <a:ea typeface="Tahoma"/>
                <a:cs typeface="Tahoma"/>
                <a:sym typeface="Tahoma"/>
              </a:rPr>
              <a:t>ut</a:t>
            </a:r>
            <a:r>
              <a:rPr lang="en-US" u="sng"/>
              <a:t>e</a:t>
            </a:r>
            <a:r>
              <a:rPr lang="en-US" sz="3800" u="sng">
                <a:latin typeface="Tahoma"/>
                <a:ea typeface="Tahoma"/>
                <a:cs typeface="Tahoma"/>
                <a:sym typeface="Tahoma"/>
              </a:rPr>
              <a:t>s</a:t>
            </a:r>
            <a:endParaRPr sz="3800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3400">
              <a:latin typeface="Tahoma"/>
              <a:ea typeface="Tahoma"/>
              <a:cs typeface="Tahoma"/>
              <a:sym typeface="Tahoma"/>
            </a:endParaRPr>
          </a:p>
          <a:p>
            <a:pPr marL="318135" lvl="0" indent="-30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Font typeface="Arial"/>
              <a:buChar char="-"/>
            </a:pPr>
            <a:r>
              <a:rPr lang="en-US" sz="3350"/>
              <a:t>con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tr</a:t>
            </a:r>
            <a:r>
              <a:rPr lang="en-US" sz="3350"/>
              <a:t>ol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s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  <a:p>
            <a:pPr marL="318135" lvl="0" indent="-303530" algn="l" rtl="0">
              <a:lnSpc>
                <a:spcPct val="100000"/>
              </a:lnSpc>
              <a:spcBef>
                <a:spcPts val="2180"/>
              </a:spcBef>
              <a:spcAft>
                <a:spcPts val="0"/>
              </a:spcAft>
              <a:buClr>
                <a:schemeClr val="lt1"/>
              </a:buClr>
              <a:buSzPts val="3450"/>
              <a:buFont typeface="Arial"/>
              <a:buChar char="-"/>
            </a:pPr>
            <a:r>
              <a:rPr lang="en-US" sz="3350"/>
              <a:t>heigh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t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  <a:p>
            <a:pPr marL="318135" lvl="0" indent="-303530" algn="l" rtl="0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chemeClr val="lt1"/>
              </a:buClr>
              <a:buSzPts val="3450"/>
              <a:buFont typeface="Arial"/>
              <a:buChar char="-"/>
            </a:pP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w</a:t>
            </a:r>
            <a:r>
              <a:rPr lang="en-US" sz="3350"/>
              <a:t>id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sz="3350"/>
              <a:t>h</a:t>
            </a:r>
            <a:endParaRPr sz="3350">
              <a:latin typeface="Tahoma"/>
              <a:ea typeface="Tahoma"/>
              <a:cs typeface="Tahoma"/>
              <a:sym typeface="Tahoma"/>
            </a:endParaRPr>
          </a:p>
          <a:p>
            <a:pPr marL="318135" lvl="0" indent="-303530" algn="l" rtl="0">
              <a:lnSpc>
                <a:spcPct val="100000"/>
              </a:lnSpc>
              <a:spcBef>
                <a:spcPts val="2180"/>
              </a:spcBef>
              <a:spcAft>
                <a:spcPts val="0"/>
              </a:spcAft>
              <a:buClr>
                <a:schemeClr val="lt1"/>
              </a:buClr>
              <a:buSzPts val="3450"/>
              <a:buFont typeface="Arial"/>
              <a:buChar char="-"/>
            </a:pPr>
            <a:r>
              <a:rPr lang="en-US" sz="3350"/>
              <a:t>loop</a:t>
            </a:r>
            <a:endParaRPr sz="3350"/>
          </a:p>
          <a:p>
            <a:pPr marL="315595" lvl="0" indent="-303530" algn="l" rtl="0">
              <a:lnSpc>
                <a:spcPct val="100000"/>
              </a:lnSpc>
              <a:spcBef>
                <a:spcPts val="1814"/>
              </a:spcBef>
              <a:spcAft>
                <a:spcPts val="0"/>
              </a:spcAft>
              <a:buClr>
                <a:schemeClr val="lt1"/>
              </a:buClr>
              <a:buSzPts val="3450"/>
              <a:buFont typeface="Arial"/>
              <a:buChar char="-"/>
            </a:pPr>
            <a:r>
              <a:rPr lang="en-US" sz="3350"/>
              <a:t>a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ut</a:t>
            </a:r>
            <a:r>
              <a:rPr lang="en-US" sz="3350"/>
              <a:t>opla</a:t>
            </a:r>
            <a:r>
              <a:rPr lang="en-US" sz="3250">
                <a:latin typeface="Tahoma"/>
                <a:ea typeface="Tahoma"/>
                <a:cs typeface="Tahoma"/>
                <a:sym typeface="Tahoma"/>
              </a:rPr>
              <a:t>y</a:t>
            </a:r>
            <a:endParaRPr sz="32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1"/>
          <p:cNvSpPr txBox="1">
            <a:spLocks noGrp="1"/>
          </p:cNvSpPr>
          <p:nvPr>
            <p:ph type="ctrTitle"/>
          </p:nvPr>
        </p:nvSpPr>
        <p:spPr>
          <a:xfrm>
            <a:off x="4314780" y="2075751"/>
            <a:ext cx="9658439" cy="198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3326765" marR="5080" lvl="0" indent="-3314700" algn="l" rtl="0">
              <a:lnSpc>
                <a:spcPct val="12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/>
              <a:t>he 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US"/>
              <a:t>e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ry </a:t>
            </a:r>
            <a:r>
              <a:rPr lang="en-US"/>
              <a:t>be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st </a:t>
            </a:r>
            <a:r>
              <a:rPr lang="en-US"/>
              <a:t>in 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lang="en-US"/>
              <a:t>o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ur </a:t>
            </a:r>
            <a:r>
              <a:rPr lang="en-US"/>
              <a:t>f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utur</a:t>
            </a:r>
            <a:r>
              <a:rPr lang="en-US"/>
              <a:t>e jo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ur</a:t>
            </a:r>
            <a:r>
              <a:rPr lang="en-US"/>
              <a:t>ne</a:t>
            </a:r>
            <a:r>
              <a:rPr lang="en-US" sz="5100">
                <a:latin typeface="Tahoma"/>
                <a:ea typeface="Tahoma"/>
                <a:cs typeface="Tahoma"/>
                <a:sym typeface="Tahoma"/>
              </a:rPr>
              <a:t>y </a:t>
            </a:r>
            <a:r>
              <a:rPr lang="en-US" sz="5350"/>
              <a:t>:)</a:t>
            </a:r>
            <a:endParaRPr sz="53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6" name="Google Shape;526;p51"/>
          <p:cNvSpPr txBox="1"/>
          <p:nvPr/>
        </p:nvSpPr>
        <p:spPr>
          <a:xfrm>
            <a:off x="8037285" y="5102689"/>
            <a:ext cx="7888515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3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Nimra Mughal Muhammad Amir</a:t>
            </a:r>
            <a:endParaRPr sz="33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928" y="511307"/>
            <a:ext cx="1329655" cy="11269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1864</Words>
  <Application>Microsoft Office PowerPoint</Application>
  <PresentationFormat>Custom</PresentationFormat>
  <Paragraphs>438</Paragraphs>
  <Slides>59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Wingdings</vt:lpstr>
      <vt:lpstr>Tahoma</vt:lpstr>
      <vt:lpstr>Arial</vt:lpstr>
      <vt:lpstr>Calibri</vt:lpstr>
      <vt:lpstr>Verdana</vt:lpstr>
      <vt:lpstr>Consolas</vt:lpstr>
      <vt:lpstr>Office Theme</vt:lpstr>
      <vt:lpstr>HTML5</vt:lpstr>
      <vt:lpstr>Why we use it?</vt:lpstr>
      <vt:lpstr>Level 1</vt:lpstr>
      <vt:lpstr>Software Requirements :</vt:lpstr>
      <vt:lpstr>HTML</vt:lpstr>
      <vt:lpstr>What is HTML5?</vt:lpstr>
      <vt:lpstr>First HTML File</vt:lpstr>
      <vt:lpstr>HTML Tag</vt:lpstr>
      <vt:lpstr>Basic HTML Page</vt:lpstr>
      <vt:lpstr>Quick Points</vt:lpstr>
      <vt:lpstr>Comments in HTML</vt:lpstr>
      <vt:lpstr>HTML is NOT case sensitive</vt:lpstr>
      <vt:lpstr>Level 2</vt:lpstr>
      <vt:lpstr>Basic HTML Tags</vt:lpstr>
      <vt:lpstr>Heading Tag</vt:lpstr>
      <vt:lpstr>Paragraph Tag</vt:lpstr>
      <vt:lpstr>Anchor Tag</vt:lpstr>
      <vt:lpstr>Image Tag</vt:lpstr>
      <vt:lpstr>Br Tag</vt:lpstr>
      <vt:lpstr>Bold, Italic &amp; Underline Tags</vt:lpstr>
      <vt:lpstr>Big &amp; Small Tags</vt:lpstr>
      <vt:lpstr>Hr Tag</vt:lpstr>
      <vt:lpstr>PowerPoint Presentation</vt:lpstr>
      <vt:lpstr>Pre Tag</vt:lpstr>
      <vt:lpstr>&lt;mark&gt; And &lt;del&gt; </vt:lpstr>
      <vt:lpstr>Level 3</vt:lpstr>
      <vt:lpstr>Page Layout Techniques</vt:lpstr>
      <vt:lpstr>Inside Main Tag</vt:lpstr>
      <vt:lpstr>Revisiting Anchor Tag</vt:lpstr>
      <vt:lpstr>Revisiting Image Tag</vt:lpstr>
      <vt:lpstr>Div Tag</vt:lpstr>
      <vt:lpstr>Download File</vt:lpstr>
      <vt:lpstr>&lt;abbr&gt; &amp; &lt;kbd&gt;</vt:lpstr>
      <vt:lpstr>List : Div Tags</vt:lpstr>
      <vt:lpstr>Span Tag</vt:lpstr>
      <vt:lpstr>&lt;code&gt;</vt:lpstr>
      <vt:lpstr>Level Pro</vt:lpstr>
      <vt:lpstr>List in HTML</vt:lpstr>
      <vt:lpstr>Navbar using list</vt:lpstr>
      <vt:lpstr>&lt;INPUT&gt; </vt:lpstr>
      <vt:lpstr>PowerPoint Presentation</vt:lpstr>
      <vt:lpstr>PowerPoint Presentation</vt:lpstr>
      <vt:lpstr>Tables in HTML</vt:lpstr>
      <vt:lpstr>Name</vt:lpstr>
      <vt:lpstr>Divs aligning</vt:lpstr>
      <vt:lpstr>Caption in Tables</vt:lpstr>
      <vt:lpstr>thead &amp; tbody in Tables</vt:lpstr>
      <vt:lpstr>colspan attribute</vt:lpstr>
      <vt:lpstr>Form in HTML</vt:lpstr>
      <vt:lpstr>Action in Form</vt:lpstr>
      <vt:lpstr>PowerPoint Presentation</vt:lpstr>
      <vt:lpstr>Label</vt:lpstr>
      <vt:lpstr>Class &amp; Id</vt:lpstr>
      <vt:lpstr>Checkbox</vt:lpstr>
      <vt:lpstr>Textarea</vt:lpstr>
      <vt:lpstr>Select</vt:lpstr>
      <vt:lpstr>iframe Tag</vt:lpstr>
      <vt:lpstr>Video Tag</vt:lpstr>
      <vt:lpstr>All the very best in your future journey :)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</dc:title>
  <dc:creator>Rahul Neha</dc:creator>
  <cp:lastModifiedBy>asd</cp:lastModifiedBy>
  <cp:revision>12</cp:revision>
  <dcterms:created xsi:type="dcterms:W3CDTF">2022-09-01T05:41:36Z</dcterms:created>
  <dcterms:modified xsi:type="dcterms:W3CDTF">2023-07-15T15:11:35Z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2022-03-22T00:00:00Z</vt:filetime>
  </property>
  <property fmtid="{D5CDD505-2E9C-101B-9397-08002B2CF9AE}" pid="3" name="Creator">
    <vt:lpwstr>Canva</vt:lpwstr>
  </property>
  <property fmtid="{D5CDD505-2E9C-101B-9397-08002B2CF9AE}" pid="4" name="LastSaved">
    <vt:filetime>2022-09-01T00:00:00Z</vt:filetime>
  </property>
  <property fmtid="{D5CDD505-2E9C-101B-9397-08002B2CF9AE}" pid="5" name="Producer">
    <vt:lpwstr>3-Heights™ PDF Toolbox API 6.12.0.6 (http://www.pdf-tools.com)</vt:lpwstr>
  </property>
</Properties>
</file>